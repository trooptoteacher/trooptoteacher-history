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485" r:id="rId235"/>
    <p:sldId id="259" r:id="rId8"/>
    <p:sldId id="260" r:id="rId9"/>
    <p:sldId id="261" r:id="rId10"/>
    <p:sldId id="262" r:id="rId11"/>
    <p:sldId id="269" r:id="rId18"/>
    <p:sldId id="263" r:id="rId12"/>
    <p:sldId id="264" r:id="rId13"/>
    <p:sldId id="265" r:id="rId14"/>
    <p:sldId id="266" r:id="rId15"/>
    <p:sldId id="267" r:id="rId16"/>
    <p:sldId id="268" r:id="rId17"/>
    <p:sldId id="270" r:id="rId19"/>
    <p:sldId id="271" r:id="rId20"/>
    <p:sldId id="272" r:id="rId21"/>
    <p:sldId id="273" r:id="rId22"/>
    <p:sldId id="274" r:id="rId23"/>
    <p:sldId id="486" r:id="rId236"/>
    <p:sldId id="500" r:id="rId250"/>
    <p:sldId id="275" r:id="rId24"/>
    <p:sldId id="276" r:id="rId25"/>
    <p:sldId id="277" r:id="rId26"/>
    <p:sldId id="278" r:id="rId27"/>
    <p:sldId id="285" r:id="rId34"/>
    <p:sldId id="279" r:id="rId28"/>
    <p:sldId id="280" r:id="rId29"/>
    <p:sldId id="281" r:id="rId30"/>
    <p:sldId id="282" r:id="rId31"/>
    <p:sldId id="283" r:id="rId32"/>
    <p:sldId id="284" r:id="rId33"/>
    <p:sldId id="286" r:id="rId35"/>
    <p:sldId id="287" r:id="rId36"/>
    <p:sldId id="288" r:id="rId37"/>
    <p:sldId id="289" r:id="rId38"/>
    <p:sldId id="290" r:id="rId39"/>
    <p:sldId id="487" r:id="rId237"/>
    <p:sldId id="501" r:id="rId251"/>
    <p:sldId id="291" r:id="rId40"/>
    <p:sldId id="292" r:id="rId41"/>
    <p:sldId id="293" r:id="rId42"/>
    <p:sldId id="294" r:id="rId43"/>
    <p:sldId id="301" r:id="rId50"/>
    <p:sldId id="295" r:id="rId44"/>
    <p:sldId id="296" r:id="rId45"/>
    <p:sldId id="297" r:id="rId46"/>
    <p:sldId id="298" r:id="rId47"/>
    <p:sldId id="299" r:id="rId48"/>
    <p:sldId id="300" r:id="rId49"/>
    <p:sldId id="302" r:id="rId51"/>
    <p:sldId id="303" r:id="rId52"/>
    <p:sldId id="304" r:id="rId53"/>
    <p:sldId id="305" r:id="rId54"/>
    <p:sldId id="306" r:id="rId55"/>
    <p:sldId id="488" r:id="rId238"/>
    <p:sldId id="502" r:id="rId252"/>
    <p:sldId id="307" r:id="rId56"/>
    <p:sldId id="308" r:id="rId57"/>
    <p:sldId id="309" r:id="rId58"/>
    <p:sldId id="310" r:id="rId59"/>
    <p:sldId id="317" r:id="rId66"/>
    <p:sldId id="311" r:id="rId60"/>
    <p:sldId id="312" r:id="rId61"/>
    <p:sldId id="313" r:id="rId62"/>
    <p:sldId id="314" r:id="rId63"/>
    <p:sldId id="315" r:id="rId64"/>
    <p:sldId id="316" r:id="rId65"/>
    <p:sldId id="318" r:id="rId67"/>
    <p:sldId id="319" r:id="rId68"/>
    <p:sldId id="320" r:id="rId69"/>
    <p:sldId id="321" r:id="rId70"/>
    <p:sldId id="322" r:id="rId71"/>
    <p:sldId id="489" r:id="rId239"/>
    <p:sldId id="503" r:id="rId253"/>
    <p:sldId id="323" r:id="rId72"/>
    <p:sldId id="324" r:id="rId73"/>
    <p:sldId id="325" r:id="rId74"/>
    <p:sldId id="326" r:id="rId75"/>
    <p:sldId id="333" r:id="rId82"/>
    <p:sldId id="327" r:id="rId76"/>
    <p:sldId id="328" r:id="rId77"/>
    <p:sldId id="329" r:id="rId78"/>
    <p:sldId id="330" r:id="rId79"/>
    <p:sldId id="331" r:id="rId80"/>
    <p:sldId id="332" r:id="rId81"/>
    <p:sldId id="334" r:id="rId83"/>
    <p:sldId id="335" r:id="rId84"/>
    <p:sldId id="336" r:id="rId85"/>
    <p:sldId id="337" r:id="rId86"/>
    <p:sldId id="338" r:id="rId87"/>
    <p:sldId id="490" r:id="rId240"/>
    <p:sldId id="504" r:id="rId254"/>
    <p:sldId id="339" r:id="rId88"/>
    <p:sldId id="340" r:id="rId89"/>
    <p:sldId id="341" r:id="rId90"/>
    <p:sldId id="342" r:id="rId91"/>
    <p:sldId id="349" r:id="rId98"/>
    <p:sldId id="343" r:id="rId92"/>
    <p:sldId id="344" r:id="rId93"/>
    <p:sldId id="345" r:id="rId94"/>
    <p:sldId id="346" r:id="rId95"/>
    <p:sldId id="347" r:id="rId96"/>
    <p:sldId id="348" r:id="rId97"/>
    <p:sldId id="350" r:id="rId99"/>
    <p:sldId id="351" r:id="rId100"/>
    <p:sldId id="352" r:id="rId101"/>
    <p:sldId id="353" r:id="rId102"/>
    <p:sldId id="354" r:id="rId103"/>
    <p:sldId id="491" r:id="rId241"/>
    <p:sldId id="505" r:id="rId255"/>
    <p:sldId id="355" r:id="rId104"/>
    <p:sldId id="356" r:id="rId105"/>
    <p:sldId id="357" r:id="rId106"/>
    <p:sldId id="358" r:id="rId107"/>
    <p:sldId id="366" r:id="rId115"/>
    <p:sldId id="359" r:id="rId108"/>
    <p:sldId id="360" r:id="rId109"/>
    <p:sldId id="361" r:id="rId110"/>
    <p:sldId id="362" r:id="rId111"/>
    <p:sldId id="363" r:id="rId112"/>
    <p:sldId id="364" r:id="rId113"/>
    <p:sldId id="365" r:id="rId114"/>
    <p:sldId id="367" r:id="rId116"/>
    <p:sldId id="368" r:id="rId117"/>
    <p:sldId id="369" r:id="rId118"/>
    <p:sldId id="370" r:id="rId119"/>
    <p:sldId id="371" r:id="rId120"/>
    <p:sldId id="492" r:id="rId242"/>
    <p:sldId id="506" r:id="rId256"/>
    <p:sldId id="372" r:id="rId121"/>
    <p:sldId id="373" r:id="rId122"/>
    <p:sldId id="374" r:id="rId123"/>
    <p:sldId id="375" r:id="rId124"/>
    <p:sldId id="382" r:id="rId131"/>
    <p:sldId id="376" r:id="rId125"/>
    <p:sldId id="377" r:id="rId126"/>
    <p:sldId id="378" r:id="rId127"/>
    <p:sldId id="379" r:id="rId128"/>
    <p:sldId id="380" r:id="rId129"/>
    <p:sldId id="381" r:id="rId130"/>
    <p:sldId id="383" r:id="rId132"/>
    <p:sldId id="384" r:id="rId133"/>
    <p:sldId id="385" r:id="rId134"/>
    <p:sldId id="386" r:id="rId135"/>
    <p:sldId id="387" r:id="rId136"/>
    <p:sldId id="493" r:id="rId243"/>
    <p:sldId id="507" r:id="rId257"/>
    <p:sldId id="388" r:id="rId137"/>
    <p:sldId id="389" r:id="rId138"/>
    <p:sldId id="390" r:id="rId139"/>
    <p:sldId id="391" r:id="rId140"/>
    <p:sldId id="398" r:id="rId147"/>
    <p:sldId id="392" r:id="rId141"/>
    <p:sldId id="393" r:id="rId142"/>
    <p:sldId id="394" r:id="rId143"/>
    <p:sldId id="395" r:id="rId144"/>
    <p:sldId id="396" r:id="rId145"/>
    <p:sldId id="397" r:id="rId146"/>
    <p:sldId id="399" r:id="rId148"/>
    <p:sldId id="400" r:id="rId149"/>
    <p:sldId id="401" r:id="rId150"/>
    <p:sldId id="402" r:id="rId151"/>
    <p:sldId id="403" r:id="rId152"/>
    <p:sldId id="494" r:id="rId244"/>
    <p:sldId id="508" r:id="rId258"/>
    <p:sldId id="404" r:id="rId153"/>
    <p:sldId id="405" r:id="rId154"/>
    <p:sldId id="406" r:id="rId155"/>
    <p:sldId id="407" r:id="rId156"/>
    <p:sldId id="414" r:id="rId163"/>
    <p:sldId id="408" r:id="rId157"/>
    <p:sldId id="409" r:id="rId158"/>
    <p:sldId id="410" r:id="rId159"/>
    <p:sldId id="411" r:id="rId160"/>
    <p:sldId id="412" r:id="rId161"/>
    <p:sldId id="413" r:id="rId162"/>
    <p:sldId id="415" r:id="rId164"/>
    <p:sldId id="416" r:id="rId165"/>
    <p:sldId id="417" r:id="rId166"/>
    <p:sldId id="418" r:id="rId167"/>
    <p:sldId id="419" r:id="rId168"/>
    <p:sldId id="495" r:id="rId245"/>
    <p:sldId id="509" r:id="rId259"/>
    <p:sldId id="420" r:id="rId169"/>
    <p:sldId id="421" r:id="rId170"/>
    <p:sldId id="422" r:id="rId171"/>
    <p:sldId id="423" r:id="rId172"/>
    <p:sldId id="430" r:id="rId179"/>
    <p:sldId id="424" r:id="rId173"/>
    <p:sldId id="425" r:id="rId174"/>
    <p:sldId id="426" r:id="rId175"/>
    <p:sldId id="427" r:id="rId176"/>
    <p:sldId id="428" r:id="rId177"/>
    <p:sldId id="429" r:id="rId178"/>
    <p:sldId id="431" r:id="rId180"/>
    <p:sldId id="432" r:id="rId181"/>
    <p:sldId id="433" r:id="rId182"/>
    <p:sldId id="434" r:id="rId183"/>
    <p:sldId id="435" r:id="rId184"/>
    <p:sldId id="496" r:id="rId246"/>
    <p:sldId id="510" r:id="rId260"/>
    <p:sldId id="436" r:id="rId185"/>
    <p:sldId id="437" r:id="rId186"/>
    <p:sldId id="438" r:id="rId187"/>
    <p:sldId id="439" r:id="rId188"/>
    <p:sldId id="446" r:id="rId195"/>
    <p:sldId id="440" r:id="rId189"/>
    <p:sldId id="441" r:id="rId190"/>
    <p:sldId id="442" r:id="rId191"/>
    <p:sldId id="443" r:id="rId192"/>
    <p:sldId id="444" r:id="rId193"/>
    <p:sldId id="445" r:id="rId194"/>
    <p:sldId id="447" r:id="rId196"/>
    <p:sldId id="448" r:id="rId197"/>
    <p:sldId id="449" r:id="rId198"/>
    <p:sldId id="450" r:id="rId199"/>
    <p:sldId id="451" r:id="rId200"/>
    <p:sldId id="497" r:id="rId247"/>
    <p:sldId id="511" r:id="rId261"/>
    <p:sldId id="452" r:id="rId201"/>
    <p:sldId id="453" r:id="rId202"/>
    <p:sldId id="454" r:id="rId203"/>
    <p:sldId id="455" r:id="rId204"/>
    <p:sldId id="462" r:id="rId211"/>
    <p:sldId id="456" r:id="rId205"/>
    <p:sldId id="457" r:id="rId206"/>
    <p:sldId id="458" r:id="rId207"/>
    <p:sldId id="459" r:id="rId208"/>
    <p:sldId id="460" r:id="rId209"/>
    <p:sldId id="461" r:id="rId210"/>
    <p:sldId id="463" r:id="rId212"/>
    <p:sldId id="464" r:id="rId213"/>
    <p:sldId id="465" r:id="rId214"/>
    <p:sldId id="466" r:id="rId215"/>
    <p:sldId id="467" r:id="rId216"/>
    <p:sldId id="498" r:id="rId248"/>
    <p:sldId id="512" r:id="rId262"/>
    <p:sldId id="468" r:id="rId217"/>
    <p:sldId id="469" r:id="rId218"/>
    <p:sldId id="470" r:id="rId219"/>
    <p:sldId id="471" r:id="rId220"/>
    <p:sldId id="478" r:id="rId227"/>
    <p:sldId id="472" r:id="rId221"/>
    <p:sldId id="473" r:id="rId222"/>
    <p:sldId id="474" r:id="rId223"/>
    <p:sldId id="475" r:id="rId224"/>
    <p:sldId id="476" r:id="rId225"/>
    <p:sldId id="477" r:id="rId226"/>
    <p:sldId id="479" r:id="rId228"/>
    <p:sldId id="480" r:id="rId229"/>
    <p:sldId id="481" r:id="rId230"/>
    <p:sldId id="482" r:id="rId231"/>
    <p:sldId id="483" r:id="rId232"/>
    <p:sldId id="499" r:id="rId249"/>
    <p:sldId id="513" r:id="rId263"/>
    <p:sldId id="484" r:id="rId23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9.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27.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45.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4.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63.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7.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slide" Target="slides/slide87.xml"/><Relationship Id="rId82" Type="http://schemas.openxmlformats.org/officeDocument/2006/relationships/slide" Target="slides/slide81.xml"/><Relationship Id="rId83" Type="http://schemas.openxmlformats.org/officeDocument/2006/relationships/slide" Target="slides/slide88.xml"/><Relationship Id="rId84" Type="http://schemas.openxmlformats.org/officeDocument/2006/relationships/slide" Target="slides/slide89.xml"/><Relationship Id="rId85" Type="http://schemas.openxmlformats.org/officeDocument/2006/relationships/slide" Target="slides/slide90.xml"/><Relationship Id="rId86" Type="http://schemas.openxmlformats.org/officeDocument/2006/relationships/slide" Target="slides/slide91.xml"/><Relationship Id="rId87" Type="http://schemas.openxmlformats.org/officeDocument/2006/relationships/slide" Target="slides/slide92.xml"/><Relationship Id="rId88" Type="http://schemas.openxmlformats.org/officeDocument/2006/relationships/slide" Target="slides/slide95.xml"/><Relationship Id="rId89" Type="http://schemas.openxmlformats.org/officeDocument/2006/relationships/slide" Target="slides/slide96.xml"/><Relationship Id="rId90" Type="http://schemas.openxmlformats.org/officeDocument/2006/relationships/slide" Target="slides/slide97.xml"/><Relationship Id="rId91" Type="http://schemas.openxmlformats.org/officeDocument/2006/relationships/slide" Target="slides/slide98.xml"/><Relationship Id="rId92" Type="http://schemas.openxmlformats.org/officeDocument/2006/relationships/slide" Target="slides/slide100.xml"/><Relationship Id="rId93" Type="http://schemas.openxmlformats.org/officeDocument/2006/relationships/slide" Target="slides/slide101.xml"/><Relationship Id="rId94" Type="http://schemas.openxmlformats.org/officeDocument/2006/relationships/slide" Target="slides/slide102.xml"/><Relationship Id="rId95" Type="http://schemas.openxmlformats.org/officeDocument/2006/relationships/slide" Target="slides/slide103.xml"/><Relationship Id="rId96" Type="http://schemas.openxmlformats.org/officeDocument/2006/relationships/slide" Target="slides/slide104.xml"/><Relationship Id="rId97" Type="http://schemas.openxmlformats.org/officeDocument/2006/relationships/slide" Target="slides/slide105.xml"/><Relationship Id="rId98" Type="http://schemas.openxmlformats.org/officeDocument/2006/relationships/slide" Target="slides/slide99.xml"/><Relationship Id="rId99" Type="http://schemas.openxmlformats.org/officeDocument/2006/relationships/slide" Target="slides/slide106.xml"/><Relationship Id="rId100" Type="http://schemas.openxmlformats.org/officeDocument/2006/relationships/slide" Target="slides/slide107.xml"/><Relationship Id="rId101" Type="http://schemas.openxmlformats.org/officeDocument/2006/relationships/slide" Target="slides/slide108.xml"/><Relationship Id="rId102" Type="http://schemas.openxmlformats.org/officeDocument/2006/relationships/slide" Target="slides/slide109.xml"/><Relationship Id="rId103" Type="http://schemas.openxmlformats.org/officeDocument/2006/relationships/slide" Target="slides/slide110.xml"/><Relationship Id="rId104" Type="http://schemas.openxmlformats.org/officeDocument/2006/relationships/slide" Target="slides/slide113.xml"/><Relationship Id="rId105" Type="http://schemas.openxmlformats.org/officeDocument/2006/relationships/slide" Target="slides/slide114.xml"/><Relationship Id="rId106" Type="http://schemas.openxmlformats.org/officeDocument/2006/relationships/slide" Target="slides/slide115.xml"/><Relationship Id="rId107" Type="http://schemas.openxmlformats.org/officeDocument/2006/relationships/slide" Target="slides/slide116.xml"/><Relationship Id="rId108" Type="http://schemas.openxmlformats.org/officeDocument/2006/relationships/slide" Target="slides/slide118.xml"/><Relationship Id="rId109" Type="http://schemas.openxmlformats.org/officeDocument/2006/relationships/slide" Target="slides/slide119.xml"/><Relationship Id="rId110" Type="http://schemas.openxmlformats.org/officeDocument/2006/relationships/slide" Target="slides/slide120.xml"/><Relationship Id="rId111" Type="http://schemas.openxmlformats.org/officeDocument/2006/relationships/slide" Target="slides/slide121.xml"/><Relationship Id="rId112" Type="http://schemas.openxmlformats.org/officeDocument/2006/relationships/slide" Target="slides/slide122.xml"/><Relationship Id="rId113" Type="http://schemas.openxmlformats.org/officeDocument/2006/relationships/slide" Target="slides/slide123.xml"/><Relationship Id="rId114" Type="http://schemas.openxmlformats.org/officeDocument/2006/relationships/slide" Target="slides/slide124.xml"/><Relationship Id="rId115" Type="http://schemas.openxmlformats.org/officeDocument/2006/relationships/slide" Target="slides/slide117.xml"/><Relationship Id="rId116" Type="http://schemas.openxmlformats.org/officeDocument/2006/relationships/slide" Target="slides/slide125.xml"/><Relationship Id="rId117" Type="http://schemas.openxmlformats.org/officeDocument/2006/relationships/slide" Target="slides/slide126.xml"/><Relationship Id="rId118" Type="http://schemas.openxmlformats.org/officeDocument/2006/relationships/slide" Target="slides/slide127.xml"/><Relationship Id="rId119" Type="http://schemas.openxmlformats.org/officeDocument/2006/relationships/slide" Target="slides/slide128.xml"/><Relationship Id="rId120" Type="http://schemas.openxmlformats.org/officeDocument/2006/relationships/slide" Target="slides/slide129.xml"/><Relationship Id="rId121" Type="http://schemas.openxmlformats.org/officeDocument/2006/relationships/slide" Target="slides/slide132.xml"/><Relationship Id="rId122" Type="http://schemas.openxmlformats.org/officeDocument/2006/relationships/slide" Target="slides/slide133.xml"/><Relationship Id="rId123" Type="http://schemas.openxmlformats.org/officeDocument/2006/relationships/slide" Target="slides/slide134.xml"/><Relationship Id="rId124" Type="http://schemas.openxmlformats.org/officeDocument/2006/relationships/slide" Target="slides/slide135.xml"/><Relationship Id="rId125" Type="http://schemas.openxmlformats.org/officeDocument/2006/relationships/slide" Target="slides/slide137.xml"/><Relationship Id="rId126" Type="http://schemas.openxmlformats.org/officeDocument/2006/relationships/slide" Target="slides/slide138.xml"/><Relationship Id="rId127" Type="http://schemas.openxmlformats.org/officeDocument/2006/relationships/slide" Target="slides/slide139.xml"/><Relationship Id="rId128" Type="http://schemas.openxmlformats.org/officeDocument/2006/relationships/slide" Target="slides/slide140.xml"/><Relationship Id="rId129" Type="http://schemas.openxmlformats.org/officeDocument/2006/relationships/slide" Target="slides/slide141.xml"/><Relationship Id="rId130" Type="http://schemas.openxmlformats.org/officeDocument/2006/relationships/slide" Target="slides/slide142.xml"/><Relationship Id="rId131" Type="http://schemas.openxmlformats.org/officeDocument/2006/relationships/slide" Target="slides/slide136.xml"/><Relationship Id="rId132" Type="http://schemas.openxmlformats.org/officeDocument/2006/relationships/slide" Target="slides/slide143.xml"/><Relationship Id="rId133" Type="http://schemas.openxmlformats.org/officeDocument/2006/relationships/slide" Target="slides/slide144.xml"/><Relationship Id="rId134" Type="http://schemas.openxmlformats.org/officeDocument/2006/relationships/slide" Target="slides/slide145.xml"/><Relationship Id="rId135" Type="http://schemas.openxmlformats.org/officeDocument/2006/relationships/slide" Target="slides/slide146.xml"/><Relationship Id="rId136" Type="http://schemas.openxmlformats.org/officeDocument/2006/relationships/slide" Target="slides/slide147.xml"/><Relationship Id="rId137" Type="http://schemas.openxmlformats.org/officeDocument/2006/relationships/slide" Target="slides/slide150.xml"/><Relationship Id="rId138" Type="http://schemas.openxmlformats.org/officeDocument/2006/relationships/slide" Target="slides/slide151.xml"/><Relationship Id="rId139" Type="http://schemas.openxmlformats.org/officeDocument/2006/relationships/slide" Target="slides/slide152.xml"/><Relationship Id="rId140" Type="http://schemas.openxmlformats.org/officeDocument/2006/relationships/slide" Target="slides/slide153.xml"/><Relationship Id="rId141" Type="http://schemas.openxmlformats.org/officeDocument/2006/relationships/slide" Target="slides/slide155.xml"/><Relationship Id="rId142" Type="http://schemas.openxmlformats.org/officeDocument/2006/relationships/slide" Target="slides/slide156.xml"/><Relationship Id="rId143" Type="http://schemas.openxmlformats.org/officeDocument/2006/relationships/slide" Target="slides/slide157.xml"/><Relationship Id="rId144" Type="http://schemas.openxmlformats.org/officeDocument/2006/relationships/slide" Target="slides/slide158.xml"/><Relationship Id="rId145" Type="http://schemas.openxmlformats.org/officeDocument/2006/relationships/slide" Target="slides/slide159.xml"/><Relationship Id="rId146" Type="http://schemas.openxmlformats.org/officeDocument/2006/relationships/slide" Target="slides/slide160.xml"/><Relationship Id="rId147" Type="http://schemas.openxmlformats.org/officeDocument/2006/relationships/slide" Target="slides/slide154.xml"/><Relationship Id="rId148" Type="http://schemas.openxmlformats.org/officeDocument/2006/relationships/slide" Target="slides/slide161.xml"/><Relationship Id="rId149" Type="http://schemas.openxmlformats.org/officeDocument/2006/relationships/slide" Target="slides/slide162.xml"/><Relationship Id="rId150" Type="http://schemas.openxmlformats.org/officeDocument/2006/relationships/slide" Target="slides/slide163.xml"/><Relationship Id="rId151" Type="http://schemas.openxmlformats.org/officeDocument/2006/relationships/slide" Target="slides/slide164.xml"/><Relationship Id="rId152" Type="http://schemas.openxmlformats.org/officeDocument/2006/relationships/slide" Target="slides/slide165.xml"/><Relationship Id="rId153" Type="http://schemas.openxmlformats.org/officeDocument/2006/relationships/slide" Target="slides/slide168.xml"/><Relationship Id="rId154" Type="http://schemas.openxmlformats.org/officeDocument/2006/relationships/slide" Target="slides/slide169.xml"/><Relationship Id="rId155" Type="http://schemas.openxmlformats.org/officeDocument/2006/relationships/slide" Target="slides/slide170.xml"/><Relationship Id="rId156" Type="http://schemas.openxmlformats.org/officeDocument/2006/relationships/slide" Target="slides/slide171.xml"/><Relationship Id="rId157" Type="http://schemas.openxmlformats.org/officeDocument/2006/relationships/slide" Target="slides/slide173.xml"/><Relationship Id="rId158" Type="http://schemas.openxmlformats.org/officeDocument/2006/relationships/slide" Target="slides/slide174.xml"/><Relationship Id="rId159" Type="http://schemas.openxmlformats.org/officeDocument/2006/relationships/slide" Target="slides/slide175.xml"/><Relationship Id="rId160" Type="http://schemas.openxmlformats.org/officeDocument/2006/relationships/slide" Target="slides/slide176.xml"/><Relationship Id="rId161" Type="http://schemas.openxmlformats.org/officeDocument/2006/relationships/slide" Target="slides/slide177.xml"/><Relationship Id="rId162" Type="http://schemas.openxmlformats.org/officeDocument/2006/relationships/slide" Target="slides/slide178.xml"/><Relationship Id="rId163" Type="http://schemas.openxmlformats.org/officeDocument/2006/relationships/slide" Target="slides/slide172.xml"/><Relationship Id="rId164" Type="http://schemas.openxmlformats.org/officeDocument/2006/relationships/slide" Target="slides/slide179.xml"/><Relationship Id="rId165" Type="http://schemas.openxmlformats.org/officeDocument/2006/relationships/slide" Target="slides/slide180.xml"/><Relationship Id="rId166" Type="http://schemas.openxmlformats.org/officeDocument/2006/relationships/slide" Target="slides/slide181.xml"/><Relationship Id="rId167" Type="http://schemas.openxmlformats.org/officeDocument/2006/relationships/slide" Target="slides/slide182.xml"/><Relationship Id="rId168" Type="http://schemas.openxmlformats.org/officeDocument/2006/relationships/slide" Target="slides/slide183.xml"/><Relationship Id="rId169" Type="http://schemas.openxmlformats.org/officeDocument/2006/relationships/slide" Target="slides/slide186.xml"/><Relationship Id="rId170" Type="http://schemas.openxmlformats.org/officeDocument/2006/relationships/slide" Target="slides/slide187.xml"/><Relationship Id="rId171" Type="http://schemas.openxmlformats.org/officeDocument/2006/relationships/slide" Target="slides/slide188.xml"/><Relationship Id="rId172" Type="http://schemas.openxmlformats.org/officeDocument/2006/relationships/slide" Target="slides/slide189.xml"/><Relationship Id="rId173" Type="http://schemas.openxmlformats.org/officeDocument/2006/relationships/slide" Target="slides/slide191.xml"/><Relationship Id="rId174" Type="http://schemas.openxmlformats.org/officeDocument/2006/relationships/slide" Target="slides/slide192.xml"/><Relationship Id="rId175" Type="http://schemas.openxmlformats.org/officeDocument/2006/relationships/slide" Target="slides/slide193.xml"/><Relationship Id="rId176" Type="http://schemas.openxmlformats.org/officeDocument/2006/relationships/slide" Target="slides/slide194.xml"/><Relationship Id="rId177" Type="http://schemas.openxmlformats.org/officeDocument/2006/relationships/slide" Target="slides/slide195.xml"/><Relationship Id="rId178" Type="http://schemas.openxmlformats.org/officeDocument/2006/relationships/slide" Target="slides/slide196.xml"/><Relationship Id="rId179" Type="http://schemas.openxmlformats.org/officeDocument/2006/relationships/slide" Target="slides/slide190.xml"/><Relationship Id="rId180" Type="http://schemas.openxmlformats.org/officeDocument/2006/relationships/slide" Target="slides/slide197.xml"/><Relationship Id="rId181" Type="http://schemas.openxmlformats.org/officeDocument/2006/relationships/slide" Target="slides/slide198.xml"/><Relationship Id="rId182" Type="http://schemas.openxmlformats.org/officeDocument/2006/relationships/slide" Target="slides/slide199.xml"/><Relationship Id="rId183" Type="http://schemas.openxmlformats.org/officeDocument/2006/relationships/slide" Target="slides/slide200.xml"/><Relationship Id="rId184" Type="http://schemas.openxmlformats.org/officeDocument/2006/relationships/slide" Target="slides/slide201.xml"/><Relationship Id="rId185" Type="http://schemas.openxmlformats.org/officeDocument/2006/relationships/slide" Target="slides/slide204.xml"/><Relationship Id="rId186" Type="http://schemas.openxmlformats.org/officeDocument/2006/relationships/slide" Target="slides/slide205.xml"/><Relationship Id="rId187" Type="http://schemas.openxmlformats.org/officeDocument/2006/relationships/slide" Target="slides/slide206.xml"/><Relationship Id="rId188" Type="http://schemas.openxmlformats.org/officeDocument/2006/relationships/slide" Target="slides/slide207.xml"/><Relationship Id="rId189" Type="http://schemas.openxmlformats.org/officeDocument/2006/relationships/slide" Target="slides/slide209.xml"/><Relationship Id="rId190" Type="http://schemas.openxmlformats.org/officeDocument/2006/relationships/slide" Target="slides/slide210.xml"/><Relationship Id="rId191" Type="http://schemas.openxmlformats.org/officeDocument/2006/relationships/slide" Target="slides/slide211.xml"/><Relationship Id="rId192" Type="http://schemas.openxmlformats.org/officeDocument/2006/relationships/slide" Target="slides/slide212.xml"/><Relationship Id="rId193" Type="http://schemas.openxmlformats.org/officeDocument/2006/relationships/slide" Target="slides/slide213.xml"/><Relationship Id="rId194" Type="http://schemas.openxmlformats.org/officeDocument/2006/relationships/slide" Target="slides/slide214.xml"/><Relationship Id="rId195" Type="http://schemas.openxmlformats.org/officeDocument/2006/relationships/slide" Target="slides/slide208.xml"/><Relationship Id="rId196" Type="http://schemas.openxmlformats.org/officeDocument/2006/relationships/slide" Target="slides/slide215.xml"/><Relationship Id="rId197" Type="http://schemas.openxmlformats.org/officeDocument/2006/relationships/slide" Target="slides/slide216.xml"/><Relationship Id="rId198" Type="http://schemas.openxmlformats.org/officeDocument/2006/relationships/slide" Target="slides/slide217.xml"/><Relationship Id="rId199" Type="http://schemas.openxmlformats.org/officeDocument/2006/relationships/slide" Target="slides/slide218.xml"/><Relationship Id="rId200" Type="http://schemas.openxmlformats.org/officeDocument/2006/relationships/slide" Target="slides/slide219.xml"/><Relationship Id="rId201" Type="http://schemas.openxmlformats.org/officeDocument/2006/relationships/slide" Target="slides/slide222.xml"/><Relationship Id="rId202" Type="http://schemas.openxmlformats.org/officeDocument/2006/relationships/slide" Target="slides/slide223.xml"/><Relationship Id="rId203" Type="http://schemas.openxmlformats.org/officeDocument/2006/relationships/slide" Target="slides/slide224.xml"/><Relationship Id="rId204" Type="http://schemas.openxmlformats.org/officeDocument/2006/relationships/slide" Target="slides/slide225.xml"/><Relationship Id="rId205" Type="http://schemas.openxmlformats.org/officeDocument/2006/relationships/slide" Target="slides/slide227.xml"/><Relationship Id="rId206" Type="http://schemas.openxmlformats.org/officeDocument/2006/relationships/slide" Target="slides/slide228.xml"/><Relationship Id="rId207" Type="http://schemas.openxmlformats.org/officeDocument/2006/relationships/slide" Target="slides/slide229.xml"/><Relationship Id="rId208" Type="http://schemas.openxmlformats.org/officeDocument/2006/relationships/slide" Target="slides/slide230.xml"/><Relationship Id="rId209" Type="http://schemas.openxmlformats.org/officeDocument/2006/relationships/slide" Target="slides/slide231.xml"/><Relationship Id="rId210" Type="http://schemas.openxmlformats.org/officeDocument/2006/relationships/slide" Target="slides/slide232.xml"/><Relationship Id="rId211" Type="http://schemas.openxmlformats.org/officeDocument/2006/relationships/slide" Target="slides/slide226.xml"/><Relationship Id="rId212" Type="http://schemas.openxmlformats.org/officeDocument/2006/relationships/slide" Target="slides/slide233.xml"/><Relationship Id="rId213" Type="http://schemas.openxmlformats.org/officeDocument/2006/relationships/slide" Target="slides/slide234.xml"/><Relationship Id="rId214" Type="http://schemas.openxmlformats.org/officeDocument/2006/relationships/slide" Target="slides/slide235.xml"/><Relationship Id="rId215" Type="http://schemas.openxmlformats.org/officeDocument/2006/relationships/slide" Target="slides/slide236.xml"/><Relationship Id="rId216" Type="http://schemas.openxmlformats.org/officeDocument/2006/relationships/slide" Target="slides/slide237.xml"/><Relationship Id="rId217" Type="http://schemas.openxmlformats.org/officeDocument/2006/relationships/slide" Target="slides/slide240.xml"/><Relationship Id="rId218" Type="http://schemas.openxmlformats.org/officeDocument/2006/relationships/slide" Target="slides/slide241.xml"/><Relationship Id="rId219" Type="http://schemas.openxmlformats.org/officeDocument/2006/relationships/slide" Target="slides/slide242.xml"/><Relationship Id="rId220" Type="http://schemas.openxmlformats.org/officeDocument/2006/relationships/slide" Target="slides/slide243.xml"/><Relationship Id="rId221" Type="http://schemas.openxmlformats.org/officeDocument/2006/relationships/slide" Target="slides/slide245.xml"/><Relationship Id="rId222" Type="http://schemas.openxmlformats.org/officeDocument/2006/relationships/slide" Target="slides/slide246.xml"/><Relationship Id="rId223" Type="http://schemas.openxmlformats.org/officeDocument/2006/relationships/slide" Target="slides/slide247.xml"/><Relationship Id="rId224" Type="http://schemas.openxmlformats.org/officeDocument/2006/relationships/slide" Target="slides/slide248.xml"/><Relationship Id="rId225" Type="http://schemas.openxmlformats.org/officeDocument/2006/relationships/slide" Target="slides/slide249.xml"/><Relationship Id="rId226" Type="http://schemas.openxmlformats.org/officeDocument/2006/relationships/slide" Target="slides/slide250.xml"/><Relationship Id="rId227" Type="http://schemas.openxmlformats.org/officeDocument/2006/relationships/slide" Target="slides/slide244.xml"/><Relationship Id="rId228" Type="http://schemas.openxmlformats.org/officeDocument/2006/relationships/slide" Target="slides/slide251.xml"/><Relationship Id="rId229" Type="http://schemas.openxmlformats.org/officeDocument/2006/relationships/slide" Target="slides/slide252.xml"/><Relationship Id="rId230" Type="http://schemas.openxmlformats.org/officeDocument/2006/relationships/slide" Target="slides/slide253.xml"/><Relationship Id="rId231" Type="http://schemas.openxmlformats.org/officeDocument/2006/relationships/slide" Target="slides/slide254.xml"/><Relationship Id="rId232" Type="http://schemas.openxmlformats.org/officeDocument/2006/relationships/slide" Target="slides/slide255.xml"/><Relationship Id="rId233" Type="http://schemas.openxmlformats.org/officeDocument/2006/relationships/slide" Target="slides/slide258.xml"/><Relationship Id="rId234" Type="http://customschemas.google.com/relationships/presentationmetadata" Target="metadata"/><Relationship Id="rId235" Type="http://schemas.openxmlformats.org/officeDocument/2006/relationships/slide" Target="slides/slide4.xml"/><Relationship Id="rId236" Type="http://schemas.openxmlformats.org/officeDocument/2006/relationships/slide" Target="slides/slide21.xml"/><Relationship Id="rId237" Type="http://schemas.openxmlformats.org/officeDocument/2006/relationships/slide" Target="slides/slide39.xml"/><Relationship Id="rId238" Type="http://schemas.openxmlformats.org/officeDocument/2006/relationships/slide" Target="slides/slide57.xml"/><Relationship Id="rId239" Type="http://schemas.openxmlformats.org/officeDocument/2006/relationships/slide" Target="slides/slide75.xml"/><Relationship Id="rId240" Type="http://schemas.openxmlformats.org/officeDocument/2006/relationships/slide" Target="slides/slide93.xml"/><Relationship Id="rId241" Type="http://schemas.openxmlformats.org/officeDocument/2006/relationships/slide" Target="slides/slide111.xml"/><Relationship Id="rId242" Type="http://schemas.openxmlformats.org/officeDocument/2006/relationships/slide" Target="slides/slide130.xml"/><Relationship Id="rId243" Type="http://schemas.openxmlformats.org/officeDocument/2006/relationships/slide" Target="slides/slide148.xml"/><Relationship Id="rId244" Type="http://schemas.openxmlformats.org/officeDocument/2006/relationships/slide" Target="slides/slide166.xml"/><Relationship Id="rId245" Type="http://schemas.openxmlformats.org/officeDocument/2006/relationships/slide" Target="slides/slide184.xml"/><Relationship Id="rId246" Type="http://schemas.openxmlformats.org/officeDocument/2006/relationships/slide" Target="slides/slide202.xml"/><Relationship Id="rId247" Type="http://schemas.openxmlformats.org/officeDocument/2006/relationships/slide" Target="slides/slide220.xml"/><Relationship Id="rId248" Type="http://schemas.openxmlformats.org/officeDocument/2006/relationships/slide" Target="slides/slide238.xml"/><Relationship Id="rId249" Type="http://schemas.openxmlformats.org/officeDocument/2006/relationships/slide" Target="slides/slide256.xml"/><Relationship Id="rId250" Type="http://schemas.openxmlformats.org/officeDocument/2006/relationships/slide" Target="slides/slide22.xml"/><Relationship Id="rId251" Type="http://schemas.openxmlformats.org/officeDocument/2006/relationships/slide" Target="slides/slide40.xml"/><Relationship Id="rId252" Type="http://schemas.openxmlformats.org/officeDocument/2006/relationships/slide" Target="slides/slide58.xml"/><Relationship Id="rId253" Type="http://schemas.openxmlformats.org/officeDocument/2006/relationships/slide" Target="slides/slide76.xml"/><Relationship Id="rId254" Type="http://schemas.openxmlformats.org/officeDocument/2006/relationships/slide" Target="slides/slide94.xml"/><Relationship Id="rId255" Type="http://schemas.openxmlformats.org/officeDocument/2006/relationships/slide" Target="slides/slide112.xml"/><Relationship Id="rId256" Type="http://schemas.openxmlformats.org/officeDocument/2006/relationships/slide" Target="slides/slide131.xml"/><Relationship Id="rId257" Type="http://schemas.openxmlformats.org/officeDocument/2006/relationships/slide" Target="slides/slide149.xml"/><Relationship Id="rId258" Type="http://schemas.openxmlformats.org/officeDocument/2006/relationships/slide" Target="slides/slide167.xml"/><Relationship Id="rId259" Type="http://schemas.openxmlformats.org/officeDocument/2006/relationships/slide" Target="slides/slide185.xml"/><Relationship Id="rId260" Type="http://schemas.openxmlformats.org/officeDocument/2006/relationships/slide" Target="slides/slide203.xml"/><Relationship Id="rId261" Type="http://schemas.openxmlformats.org/officeDocument/2006/relationships/slide" Target="slides/slide221.xml"/><Relationship Id="rId262" Type="http://schemas.openxmlformats.org/officeDocument/2006/relationships/slide" Target="slides/slide239.xml"/><Relationship Id="rId263" Type="http://schemas.openxmlformats.org/officeDocument/2006/relationships/slide" Target="slides/slide2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(US.45). Put the words FASCISM and COMMUNISM on the board and ask what a government looks like when one person controls everything - before defining either. Teach in small steps; pause and check for understanding before the next chunk (aim 80%+ before moving on).</a:t>
            </a:r>
          </a:p>
          <a:p>
            <a:r>
              <a:t>✍ Students: Cornell Notes &amp; Close Read (Act 3–4) in the workbook.</a:t>
            </a: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p>
          <a:p>
            <a:r>
              <a:t>✍ Students: Constructed Response (Act 7) in the workbook.</a:t>
            </a: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p>
          <a:p>
            <a:r>
              <a:t>✍ Students: Practice Quiz (Act 6) in the workbook.</a:t>
            </a: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(US.46). Ask: if a fire is burning in your neighbor's house, do you wait until it reaches yours? Then meet FDR deciding how much to help the Allies. Teach in small steps; pause and check for understanding before the next chunk (aim 80%+ before moving on).</a:t>
            </a:r>
          </a:p>
          <a:p>
            <a:r>
              <a:t>✍ Students: Cornell Notes &amp; Close Read (Act 3–4) in the workbook.</a:t>
            </a: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US.46. Pair with the printable: cornell-notes/unit-6/us46-fdr-response-world-crises.pdf. Timing: 15. Deliverable: Completed four-step timeline (one sentence each on purpose + move away from neutrality) AND a one-sentence evidence-based claim about FDR's intent.</a:t>
            </a:r>
          </a:p>
          <a:p>
            <a:r>
              <a:t>✍ Students: Constructed Response (Act 7) in the workbook.</a:t>
            </a: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p>
          <a:p>
            <a:r>
              <a:t>✍ Students: Practice Quiz (Act 6) in the workbook.</a:t>
            </a: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(US.47). Show the phrase 'the world knew' and ask what responsibility knowledge creates - before revealing what U.S. officials knew about the Holocaust. Teach in small steps; pause and check for understanding before the next chunk (aim 80%+ before moving on).</a:t>
            </a:r>
          </a:p>
          <a:p>
            <a:r>
              <a:t>✍ Students: Cornell Notes &amp; Close Read (Act 3–4) in the workbook.</a:t>
            </a: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US.47. Pair with the printable: cornell-notes/unit-6/us47-us-response-holocaust.pdf. Timing: 15. Deliverable: Completed three-part organizer (before / during / after, one detail each) AND a one-sentence evidence-based claim about national responsibility.</a:t>
            </a:r>
          </a:p>
          <a:p>
            <a:r>
              <a:t>✍ Students: Constructed Response (Act 7) in the workbook.</a:t>
            </a: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p>
          <a:p>
            <a:r>
              <a:t>✍ Students: Practice Quiz (Act 6) in the workbook.</a:t>
            </a: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(US.48). Play the idea of a single morning that changed everything, then reveal the date: December 7, 1941. Teach in small steps; pause and check for understanding before the next chunk (aim 80%+ before moving on).</a:t>
            </a:r>
          </a:p>
          <a:p>
            <a:r>
              <a:t>✍ Students: Cornell Notes &amp; Close Read (Act 3–4) in the workbook.</a:t>
            </a: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US.48. Pair with the printable: cornell-notes/unit-6/us48-american-entry-wwii.pdf. Timing: 15. Deliverable: Completed two-theater factors chart (2+ per column) AND a one-sentence evidence-based claim about the cause of U.S. entry.</a:t>
            </a:r>
          </a:p>
          <a:p>
            <a:r>
              <a:t>✍ Students: Constructed Response (Act 7) in the workbook.</a:t>
            </a: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(US.49). Ask: does history turn on great leaders or on millions of ordinary people? Hold the tension, then meet the leaders of WWII. Teach in small steps; pause and check for understanding before the next chunk (aim 80%+ before moving on).</a:t>
            </a:r>
          </a:p>
          <a:p>
            <a:r>
              <a:t>✍ Students: Cornell Notes &amp; Close Read (Act 3–4) in the workbook.</a:t>
            </a: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US.49. Pair with the printable: cornell-notes/unit-6/us49-wwii-leaders.pdf. Timing: 15. Deliverable: Completed leaders chart (one significant action per leader across the three columns) AND a one-sentence evidence-based claim about the most decisive leader.</a:t>
            </a:r>
          </a:p>
          <a:p>
            <a:r>
              <a:t>✍ Students: Constructed Response (Act 7) in the workbook.</a:t>
            </a: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p>
          <a:p>
            <a:r>
              <a:t>✍ Students: Practice Quiz (Act 6) in the workbook.</a:t>
            </a: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(US.50). Put a map of a coastline on the board and ask what makes one beach easy to defend and another easy to invade. Teach in small steps; pause and check for understanding before the next chunk (aim 80%+ before moving on).</a:t>
            </a:r>
          </a:p>
          <a:p>
            <a:r>
              <a:t>✍ Students: Cornell Notes &amp; Close Read (Act 3–4) in the workbook.</a:t>
            </a: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US.50. Pair with the printable: cornell-notes/unit-6/us50-major-wwii-battles.pdf. Timing: 15. Deliverable: Completed four-battle chart (theater, geographic/military factor, result) AND a one-sentence evidence-based claim about geography's role.</a:t>
            </a:r>
          </a:p>
          <a:p>
            <a:r>
              <a:t>✍ Students: Constructed Response (Act 7) in the workbook.</a:t>
            </a: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p>
          <a:p>
            <a:r>
              <a:t>✍ Students: Practice Quiz (Act 6) in the workbook.</a:t>
            </a: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(US.51). Ask: why would someone fight for a country that treats them as second-class - then meet the Tuskegee Airmen and the 442nd. Teach in small steps; pause and check for understanding before the next chunk (aim 80%+ before moving on).</a:t>
            </a:r>
          </a:p>
          <a:p>
            <a:r>
              <a:t>✍ Students: Cornell Notes &amp; Close Read (Act 3–4) in the workbook.</a:t>
            </a: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p>
          <a:p>
            <a:r>
              <a:t>✍ Students: Primary Source &amp; HIPPO (Act 5) in the workbook.</a:t>
            </a: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US.51. Pair with the printable: cornell-notes/unit-6/us51-special-fighting-forces.pdf. Timing: 15. Deliverable: Completed four-unit chart (contribution + obstacle/sacrifice each) AND a one-sentence evidence-based claim about the 'two wars' these soldiers fought.</a:t>
            </a:r>
          </a:p>
          <a:p>
            <a:r>
              <a:t>✍ Students: Constructed Response (Act 7) in the workbook.</a:t>
            </a: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p>
          <a:p>
            <a:r>
              <a:t>✍ Students: Practice Quiz (Act 6) in the workbook.</a:t>
            </a: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(US.52). Show a 'We Can Do It!' style prompt and ask what happens to a workforce when millions of men leave for war. Teach in small steps; pause and check for understanding before the next chunk (aim 80%+ before moving on).</a:t>
            </a:r>
          </a:p>
          <a:p>
            <a:r>
              <a:t>✍ Students: Cornell Notes &amp; Close Read (Act 3–4) in the workbook.</a:t>
            </a: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US.52. Pair with the printable: cornell-notes/unit-6/us52-women-in-wwii.pdf. Timing: 15. Deliverable: Completed three-part organizer (why / challenges-opportunities / long-term effects, 2+ each) AND a one-sentence evidence-based claim about lasting change.</a:t>
            </a:r>
          </a:p>
          <a:p>
            <a:r>
              <a:t>✍ Students: Constructed Response (Act 7) in the workbook.</a:t>
            </a: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p>
          <a:p>
            <a:r>
              <a:t>✍ Students: Practice Quiz (Act 6) in the workbook.</a:t>
            </a: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(US.53). Write 'Double V' on the board and ask: two victories - over what, and where? Teach in small steps; pause and check for understanding before the next chunk (aim 80%+ before moving on).</a:t>
            </a:r>
          </a:p>
          <a:p>
            <a:r>
              <a:t>✍ Students: Cornell Notes &amp; Close Read (Act 3–4) in the workbook.</a:t>
            </a: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US.53. Pair with the printable: cornell-notes/unit-6/us53-african-americans-wwii.pdf. Timing: 15. Deliverable: Completed four-development chart (one-sentence significance each) AND a one-sentence evidence-based claim linking WWII to civil rights.</a:t>
            </a:r>
          </a:p>
          <a:p>
            <a:r>
              <a:t>✍ Students: Constructed Response (Act 7) in the workbook.</a:t>
            </a: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p>
          <a:p>
            <a:r>
              <a:t>✍ Students: Practice Quiz (Act 6) in the workbook.</a:t>
            </a: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(US.54). Ask: in a national emergency, can the government suspend the rights of its own citizens? Then meet Executive Order 9066. Teach in small steps; pause and check for understanding before the next chunk (aim 80%+ before moving on).</a:t>
            </a:r>
          </a:p>
          <a:p>
            <a:r>
              <a:t>✍ Students: Cornell Notes &amp; Close Read (Act 3–4) in the workbook.</a:t>
            </a: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p>
          <a:p>
            <a:r>
              <a:t>✍ Students: Constructed Response (Act 7) in the workbook.</a:t>
            </a: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p>
          <a:p>
            <a:r>
              <a:t>✍ Students: Practice Quiz (Act 6) in the workbook.</a:t>
            </a: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(US.55). Ask students what they'd give up for a year to help win a war, then reveal what Americans actually rationed. Teach in small steps; pause and check for understanding before the next chunk (aim 80%+ before moving on).</a:t>
            </a:r>
          </a:p>
          <a:p>
            <a:r>
              <a:t>✍ Students: Cornell Notes &amp; Close Read (Act 3–4) in the workbook.</a:t>
            </a: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p>
          <a:p>
            <a:r>
              <a:t>✍ Students: Primary Source &amp; HIPPO (Act 5) in the workbook.</a:t>
            </a: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US.55. Pair with the printable: cornell-notes/unit-6/us55-home-front-mobilization.pdf. Timing: 15. Deliverable: Completed home-front chart (one-sentence contribution each) AND a one-sentence evidence-based claim about the war's reach into daily life.</a:t>
            </a:r>
          </a:p>
          <a:p>
            <a:r>
              <a:t>✍ Students: Constructed Response (Act 7) in the workbook.</a:t>
            </a: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p>
          <a:p>
            <a:r>
              <a:t>✍ Students: Practice Quiz (Act 6) in the workbook.</a:t>
            </a: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(US.56). Pose Truman's dilemma without the answer: invade Japan at huge cost, or use a terrible new weapon. Let them sit with it. Teach in small steps; pause and check for understanding before the next chunk (aim 80%+ before moving on).</a:t>
            </a:r>
          </a:p>
          <a:p>
            <a:r>
              <a:t>✍ Students: Cornell Notes &amp; Close Read (Act 3–4) in the workbook.</a:t>
            </a: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p>
          <a:p>
            <a:r>
              <a:t>✍ Students: Constructed Response (Act 7) in the workbook.</a:t>
            </a: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(US.57). Show three leaders seated together and ask what they'd argue about once the common enemy was nearly beaten. Teach in small steps; pause and check for understanding before the next chunk (aim 80%+ before moving on).</a:t>
            </a:r>
          </a:p>
          <a:p>
            <a:r>
              <a:t>✍ Students: Cornell Notes &amp; Close Read (Act 3–4) in the workbook.</a:t>
            </a: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US.57. Pair with the printable: cornell-notes/unit-6/us57-yalta-potsdam.pdf. Timing: 15. Deliverable: Completed two-conference chart (leaders + 2 decisions each, plus one Cold War seed) AND a one-sentence evidence-based claim about Allied unity.</a:t>
            </a:r>
          </a:p>
          <a:p>
            <a:r>
              <a:t>✍ Students: Constructed Response (Act 7) in the workbook.</a:t>
            </a: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p>
          <a:p>
            <a:r>
              <a:t>✍ Students: Practice Quiz (Act 6) in the workbook.</a:t>
            </a: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(US.58). Ask: after two world wars in thirty years, what could actually keep the peace? Then reveal the founding of the UN. Teach in small steps; pause and check for understanding before the next chunk (aim 80%+ before moving on).</a:t>
            </a:r>
          </a:p>
          <a:p>
            <a:r>
              <a:t>✍ Students: Cornell Notes &amp; Close Read (Act 3–4) in the workbook.</a:t>
            </a: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p>
          <a:p>
            <a:r>
              <a:t>✍ Students: Constructed Response (Act 7) in the workbook.</a:t>
            </a: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p>
          <a:p>
            <a:r>
              <a:t>✍ Students: Practice Quiz (Act 6) in the workbook.</a:t>
            </a: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Primary Source &amp; HIPPO (Act 5) in the workbook.</a:t>
            </a: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800"/>
              <a:buFont typeface="Trebuchet MS"/>
              <a:buNone/>
            </a:pPr>
            <a:r>
              <a:rPr b="1" i="0" lang="en-US" sz="1800" u="none" cap="none" strike="noStrike">
                <a:solidFill>
                  <a:srgbClr val="C89B3C"/>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400"/>
              <a:buFont typeface="Georgia"/>
              <a:buNone/>
            </a:pPr>
            <a:r>
              <a:rPr b="1" i="0" lang="en-US" sz="3400" u="none" cap="none" strike="noStrike">
                <a:solidFill>
                  <a:srgbClr val="1B2A4A"/>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900"/>
              <a:buFont typeface="Trebuchet MS"/>
              <a:buNone/>
            </a:pPr>
            <a:r>
              <a:rPr b="1" i="0" lang="en-US" sz="900" u="none" cap="none" strike="noStrike">
                <a:solidFill>
                  <a:srgbClr val="C89B3C"/>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txBody>
          <a:bodyPr/>
          <a:p/>
        </p:txBody>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txBody>
          <a:bodyPr/>
          <a:p/>
        </p:txBody>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txBody>
          <a:bodyPr/>
          <a:p/>
        </p:txBody>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4" name="Google Shape;384;p14"/>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2" name="Google Shape;392;p14"/>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400" name="Google Shape;400;p14"/>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 Lenin and Stalin.</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8" name="Google Shape;408;p14"/>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6" name="Google Shape;416;p14"/>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4" name="Google Shape;424;p14"/>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428" name="TextBox 4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
        <p:nvSpPr>
          <p:cNvPr id="255" name="TextBox 2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
        <p:nvSpPr>
          <p:cNvPr id="272" name="TextBox 2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
        <p:nvSpPr>
          <p:cNvPr id="292" name="TextBox 29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309" name="TextBox 30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369" name="TextBox 3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507" name="TextBox 5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economic collapse and nationalist grievance to seize power in Germany.</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 Lenin and Stalin.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2" name="Google Shape;792;p30"/>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800" name="Google Shape;800;p30"/>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8" name="Google Shape;808;p30"/>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6" name="Google Shape;816;p30"/>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4" name="Google Shape;824;p30"/>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2" name="Google Shape;832;p30"/>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836" name="TextBox 83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
        <p:nvSpPr>
          <p:cNvPr id="670" name="TextBox 6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
        <p:nvSpPr>
          <p:cNvPr id="690" name="TextBox 6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
        <p:nvSpPr>
          <p:cNvPr id="707" name="TextBox 7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724" name="TextBox 72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777" name="TextBox 77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881" name="TextBox 88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915" name="TextBox 9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still limited how far he could go.</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200" name="Google Shape;1200;p46"/>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8" name="Google Shape;1208;p46"/>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6" name="Google Shape;1216;p46"/>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4" name="Google Shape;1224;p46"/>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2" name="Google Shape;1232;p46"/>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40" name="Google Shape;1240;p46"/>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1244" name="TextBox 1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
        <p:nvSpPr>
          <p:cNvPr id="1078" name="TextBox 10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1132" name="TextBox 113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1185" name="TextBox 11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1289" name="TextBox 128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1323" name="TextBox 13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question.</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8" name="Google Shape;1608;p62"/>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6" name="Google Shape;1616;p62"/>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4" name="Google Shape;1624;p62"/>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2" name="Google Shape;1632;p62"/>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40" name="Google Shape;1640;p62"/>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8" name="Google Shape;1648;p62"/>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1652" name="TextBox 16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
        <p:nvSpPr>
          <p:cNvPr id="1503" name="TextBox 15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
        <p:nvSpPr>
          <p:cNvPr id="1523" name="TextBox 15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
        <p:nvSpPr>
          <p:cNvPr id="1540" name="TextBox 153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1593" name="TextBox 15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1697" name="TextBox 1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1731" name="TextBox 17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transformed the United States into a global power.</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7" name="Google Shape;2027;p78"/>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5" name="Google Shape;2035;p78"/>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3" name="Google Shape;2043;p78"/>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51" name="Google Shape;2051;p78"/>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9" name="Google Shape;2059;p78"/>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7" name="Google Shape;2067;p78"/>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2071" name="TextBox 207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894" name="TextBox 189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
        <p:nvSpPr>
          <p:cNvPr id="1911" name="TextBox 191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
        <p:nvSpPr>
          <p:cNvPr id="1928" name="TextBox 19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
        <p:nvSpPr>
          <p:cNvPr id="1945" name="TextBox 194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
        <p:nvSpPr>
          <p:cNvPr id="2012" name="TextBox 201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
        <p:nvSpPr>
          <p:cNvPr id="2116" name="TextBox 211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
        <p:nvSpPr>
          <p:cNvPr id="2150" name="TextBox 21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8" name="Google Shape;2438;p94"/>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6" name="Google Shape;2446;p94"/>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4" name="Google Shape;2454;p94"/>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2" name="Google Shape;2462;p94"/>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70" name="Google Shape;2470;p94"/>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8" name="Google Shape;2478;p94"/>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
        <p:nvSpPr>
          <p:cNvPr id="2482" name="TextBox 248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
        <p:nvSpPr>
          <p:cNvPr id="2313" name="TextBox 23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
        <p:nvSpPr>
          <p:cNvPr id="2333" name="TextBox 233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
        <p:nvSpPr>
          <p:cNvPr id="2350" name="TextBox 23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
        <p:nvSpPr>
          <p:cNvPr id="2370" name="TextBox 23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
        <p:nvSpPr>
          <p:cNvPr id="2423" name="TextBox 24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
        <p:nvSpPr>
          <p:cNvPr id="2527" name="TextBox 2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
        <p:nvSpPr>
          <p:cNvPr id="2561" name="TextBox 25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150"/>
              <a:buFont typeface="Calibri"/>
              <a:buNone/>
            </a:pPr>
            <a:r>
              <a:rPr b="1" i="0" lang="en-US" sz="115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7" name="Google Shape;2887;p111"/>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5" name="Google Shape;2895;p111"/>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3" name="Google Shape;2903;p111"/>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11" name="Google Shape;2911;p111"/>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9" name="Google Shape;2919;p111"/>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7" name="Google Shape;2927;p111"/>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
        <p:nvSpPr>
          <p:cNvPr id="2931" name="TextBox 29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
        <p:nvSpPr>
          <p:cNvPr id="2730" name="TextBox 272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
        <p:nvSpPr>
          <p:cNvPr id="2748" name="TextBox 27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
        <p:nvSpPr>
          <p:cNvPr id="2769" name="TextBox 27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
        <p:nvSpPr>
          <p:cNvPr id="2787" name="TextBox 278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
        <p:nvSpPr>
          <p:cNvPr id="2805" name="TextBox 280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
        <p:nvSpPr>
          <p:cNvPr id="2872" name="TextBox 28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
        <p:nvSpPr>
          <p:cNvPr id="2976" name="TextBox 29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
        <p:nvSpPr>
          <p:cNvPr id="3010" name="TextBox 30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5" name="Google Shape;3295;p127"/>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3" name="Google Shape;3303;p127"/>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11" name="Google Shape;3311;p127"/>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9" name="Google Shape;3319;p127"/>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7" name="Google Shape;3327;p127"/>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5" name="Google Shape;3335;p127"/>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
        <p:nvSpPr>
          <p:cNvPr id="3339" name="TextBox 333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
        <p:nvSpPr>
          <p:cNvPr id="3173" name="TextBox 3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
        <p:nvSpPr>
          <p:cNvPr id="3190" name="TextBox 31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
        <p:nvSpPr>
          <p:cNvPr id="3210" name="TextBox 32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
        <p:nvSpPr>
          <p:cNvPr id="3227" name="TextBox 32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
        <p:nvSpPr>
          <p:cNvPr id="3280" name="TextBox 327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
        <p:nvSpPr>
          <p:cNvPr id="3384" name="TextBox 338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
        <p:nvSpPr>
          <p:cNvPr id="3418" name="TextBox 34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 barriers.</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2" name="Google Shape;3712;p143"/>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20" name="Google Shape;3720;p143"/>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8" name="Google Shape;3728;p143"/>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6" name="Google Shape;3736;p143"/>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4" name="Google Shape;3744;p143"/>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2" name="Google Shape;3752;p143"/>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
        <p:nvSpPr>
          <p:cNvPr id="3756" name="TextBox 37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
        <p:nvSpPr>
          <p:cNvPr id="3586" name="TextBox 3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
        <p:nvSpPr>
          <p:cNvPr id="3603" name="TextBox 36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
        <p:nvSpPr>
          <p:cNvPr id="3620" name="TextBox 36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
        <p:nvSpPr>
          <p:cNvPr id="3637" name="TextBox 36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
        <p:nvSpPr>
          <p:cNvPr id="3697" name="TextBox 3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700"/>
              <a:buFont typeface="Georgia"/>
              <a:buNone/>
            </a:pPr>
            <a:r>
              <a:rPr b="1" i="0" lang="en-US" sz="2700" u="none" cap="none" strike="noStrike">
                <a:solidFill>
                  <a:srgbClr val="1B2A4A"/>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
        <p:nvSpPr>
          <p:cNvPr id="3801" name="TextBox 380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
        <p:nvSpPr>
          <p:cNvPr id="3835" name="TextBox 383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question.</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9" name="Google Shape;4129;p159"/>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7" name="Google Shape;4137;p159"/>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5" name="Google Shape;4145;p159"/>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3" name="Google Shape;4153;p159"/>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61" name="Google Shape;4161;p159"/>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9" name="Google Shape;4169;p159"/>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
        <p:nvSpPr>
          <p:cNvPr id="4173" name="TextBox 4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
        <p:nvSpPr>
          <p:cNvPr id="4003" name="TextBox 40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
        <p:nvSpPr>
          <p:cNvPr id="4020" name="TextBox 40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
        <p:nvSpPr>
          <p:cNvPr id="4037" name="TextBox 40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
        <p:nvSpPr>
          <p:cNvPr id="4054" name="TextBox 40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
        <p:nvSpPr>
          <p:cNvPr id="4114" name="TextBox 41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
        <p:nvSpPr>
          <p:cNvPr id="4218" name="TextBox 42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
        <p:nvSpPr>
          <p:cNvPr id="4252" name="TextBox 42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the Civil Liberties Act of 1988 issued a formal apology and redress.</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2" name="Google Shape;4542;p175"/>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50" name="Google Shape;4550;p175"/>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8" name="Google Shape;4558;p175"/>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6" name="Google Shape;4566;p175"/>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4" name="Google Shape;4574;p175"/>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2" name="Google Shape;4582;p175"/>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
        <p:nvSpPr>
          <p:cNvPr id="4586" name="TextBox 4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
        <p:nvSpPr>
          <p:cNvPr id="4420" name="TextBox 44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
        <p:nvSpPr>
          <p:cNvPr id="4437" name="TextBox 44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
        <p:nvSpPr>
          <p:cNvPr id="4454" name="TextBox 44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
        <p:nvSpPr>
          <p:cNvPr id="4474" name="TextBox 447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
        <p:nvSpPr>
          <p:cNvPr id="4527" name="TextBox 4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
        <p:nvSpPr>
          <p:cNvPr id="4631" name="TextBox 46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
        <p:nvSpPr>
          <p:cNvPr id="4665" name="TextBox 466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part of the war effort.</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3" name="Google Shape;4953;p191"/>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61" name="Google Shape;4961;p191"/>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9" name="Google Shape;4969;p191"/>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7" name="Google Shape;4977;p191"/>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5" name="Google Shape;4985;p191"/>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3" name="Google Shape;4993;p191"/>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
        <p:nvSpPr>
          <p:cNvPr id="4997" name="TextBox 49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
        <p:nvSpPr>
          <p:cNvPr id="4831" name="TextBox 48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
        <p:nvSpPr>
          <p:cNvPr id="4848" name="TextBox 48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
        <p:nvSpPr>
          <p:cNvPr id="4868" name="TextBox 486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
        <p:nvSpPr>
          <p:cNvPr id="4885" name="TextBox 48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
        <p:nvSpPr>
          <p:cNvPr id="4938" name="TextBox 493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
        <p:nvSpPr>
          <p:cNvPr id="5042" name="TextBox 504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
        <p:nvSpPr>
          <p:cNvPr id="5076" name="TextBox 50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turning point in modern science and warfare.</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70" name="Google Shape;5370;p207"/>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8" name="Google Shape;5378;p207"/>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6" name="Google Shape;5386;p207"/>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4" name="Google Shape;5394;p207"/>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2" name="Google Shape;5402;p207"/>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10" name="Google Shape;5410;p207"/>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
        <p:nvSpPr>
          <p:cNvPr id="5414" name="TextBox 54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
        <p:nvSpPr>
          <p:cNvPr id="5244" name="TextBox 5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
        <p:nvSpPr>
          <p:cNvPr id="5261" name="TextBox 52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
        <p:nvSpPr>
          <p:cNvPr id="5278" name="TextBox 52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229</a:t>
            </a:r>
            <a:endParaRPr b="0" i="0" sz="900" u="none" cap="none" strike="noStrike">
              <a:solidFill>
                <a:schemeClr val="dk1"/>
              </a:solidFill>
              <a:latin typeface="Calibri"/>
              <a:ea typeface="Calibri"/>
              <a:cs typeface="Calibri"/>
              <a:sym typeface="Calibri"/>
            </a:endParaRPr>
          </a:p>
        </p:txBody>
      </p:sp>
      <p:sp>
        <p:nvSpPr>
          <p:cNvPr id="5295" name="TextBox 529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231</a:t>
            </a:r>
            <a:endParaRPr b="0" i="0" sz="900" u="none" cap="none" strike="noStrike">
              <a:solidFill>
                <a:schemeClr val="dk1"/>
              </a:solidFill>
              <a:latin typeface="Calibri"/>
              <a:ea typeface="Calibri"/>
              <a:cs typeface="Calibri"/>
              <a:sym typeface="Calibri"/>
            </a:endParaRPr>
          </a:p>
        </p:txBody>
      </p:sp>
      <p:sp>
        <p:nvSpPr>
          <p:cNvPr id="5355" name="TextBox 53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233</a:t>
            </a:r>
            <a:endParaRPr b="0" i="0" sz="900" u="none" cap="none" strike="noStrike">
              <a:solidFill>
                <a:schemeClr val="dk1"/>
              </a:solidFill>
              <a:latin typeface="Calibri"/>
              <a:ea typeface="Calibri"/>
              <a:cs typeface="Calibri"/>
              <a:sym typeface="Calibri"/>
            </a:endParaRPr>
          </a:p>
        </p:txBody>
      </p:sp>
      <p:sp>
        <p:nvSpPr>
          <p:cNvPr id="5459" name="TextBox 545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234</a:t>
            </a:r>
            <a:endParaRPr b="0" i="0" sz="900" u="none" cap="none" strike="noStrike">
              <a:solidFill>
                <a:schemeClr val="dk1"/>
              </a:solidFill>
              <a:latin typeface="Calibri"/>
              <a:ea typeface="Calibri"/>
              <a:cs typeface="Calibri"/>
              <a:sym typeface="Calibri"/>
            </a:endParaRPr>
          </a:p>
        </p:txBody>
      </p:sp>
      <p:sp>
        <p:nvSpPr>
          <p:cNvPr id="5493" name="TextBox 54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a Soviet pledge to declare war on Japan.</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81" name="Google Shape;5781;p223"/>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9" name="Google Shape;5789;p223"/>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7" name="Google Shape;5797;p223"/>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5" name="Google Shape;5805;p223"/>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3" name="Google Shape;5813;p223"/>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21" name="Google Shape;5821;p223"/>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243</a:t>
            </a:r>
            <a:endParaRPr b="0" i="0" sz="900" u="none" cap="none" strike="noStrike">
              <a:solidFill>
                <a:schemeClr val="dk1"/>
              </a:solidFill>
              <a:latin typeface="Calibri"/>
              <a:ea typeface="Calibri"/>
              <a:cs typeface="Calibri"/>
              <a:sym typeface="Calibri"/>
            </a:endParaRPr>
          </a:p>
        </p:txBody>
      </p:sp>
      <p:sp>
        <p:nvSpPr>
          <p:cNvPr id="5825" name="TextBox 582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244</a:t>
            </a:r>
            <a:endParaRPr b="0" i="0" sz="900" u="none" cap="none" strike="noStrike">
              <a:solidFill>
                <a:schemeClr val="dk1"/>
              </a:solidFill>
              <a:latin typeface="Calibri"/>
              <a:ea typeface="Calibri"/>
              <a:cs typeface="Calibri"/>
              <a:sym typeface="Calibri"/>
            </a:endParaRPr>
          </a:p>
        </p:txBody>
      </p:sp>
      <p:sp>
        <p:nvSpPr>
          <p:cNvPr id="5656" name="TextBox 56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245</a:t>
            </a:r>
            <a:endParaRPr b="0" i="0" sz="900" u="none" cap="none" strike="noStrike">
              <a:solidFill>
                <a:schemeClr val="dk1"/>
              </a:solidFill>
              <a:latin typeface="Calibri"/>
              <a:ea typeface="Calibri"/>
              <a:cs typeface="Calibri"/>
              <a:sym typeface="Calibri"/>
            </a:endParaRPr>
          </a:p>
        </p:txBody>
      </p:sp>
      <p:sp>
        <p:nvSpPr>
          <p:cNvPr id="5676" name="TextBox 56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246</a:t>
            </a:r>
            <a:endParaRPr b="0" i="0" sz="900" u="none" cap="none" strike="noStrike">
              <a:solidFill>
                <a:schemeClr val="dk1"/>
              </a:solidFill>
              <a:latin typeface="Calibri"/>
              <a:ea typeface="Calibri"/>
              <a:cs typeface="Calibri"/>
              <a:sym typeface="Calibri"/>
            </a:endParaRPr>
          </a:p>
        </p:txBody>
      </p:sp>
      <p:sp>
        <p:nvSpPr>
          <p:cNvPr id="5696" name="TextBox 569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247</a:t>
            </a:r>
            <a:endParaRPr b="0" i="0" sz="900" u="none" cap="none" strike="noStrike">
              <a:solidFill>
                <a:schemeClr val="dk1"/>
              </a:solidFill>
              <a:latin typeface="Calibri"/>
              <a:ea typeface="Calibri"/>
              <a:cs typeface="Calibri"/>
              <a:sym typeface="Calibri"/>
            </a:endParaRPr>
          </a:p>
        </p:txBody>
      </p:sp>
      <p:sp>
        <p:nvSpPr>
          <p:cNvPr id="5713" name="TextBox 57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249</a:t>
            </a:r>
            <a:endParaRPr b="0" i="0" sz="900" u="none" cap="none" strike="noStrike">
              <a:solidFill>
                <a:schemeClr val="dk1"/>
              </a:solidFill>
              <a:latin typeface="Calibri"/>
              <a:ea typeface="Calibri"/>
              <a:cs typeface="Calibri"/>
              <a:sym typeface="Calibri"/>
            </a:endParaRPr>
          </a:p>
        </p:txBody>
      </p:sp>
      <p:sp>
        <p:nvSpPr>
          <p:cNvPr id="5766" name="TextBox 576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251</a:t>
            </a:r>
            <a:endParaRPr b="0" i="0" sz="900" u="none" cap="none" strike="noStrike">
              <a:solidFill>
                <a:schemeClr val="dk1"/>
              </a:solidFill>
              <a:latin typeface="Calibri"/>
              <a:ea typeface="Calibri"/>
              <a:cs typeface="Calibri"/>
              <a:sym typeface="Calibri"/>
            </a:endParaRPr>
          </a:p>
        </p:txBody>
      </p:sp>
      <p:sp>
        <p:nvSpPr>
          <p:cNvPr id="5870" name="TextBox 58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252</a:t>
            </a:r>
            <a:endParaRPr b="0" i="0" sz="900" u="none" cap="none" strike="noStrike">
              <a:solidFill>
                <a:schemeClr val="dk1"/>
              </a:solidFill>
              <a:latin typeface="Calibri"/>
              <a:ea typeface="Calibri"/>
              <a:cs typeface="Calibri"/>
              <a:sym typeface="Calibri"/>
            </a:endParaRPr>
          </a:p>
        </p:txBody>
      </p:sp>
      <p:sp>
        <p:nvSpPr>
          <p:cNvPr id="5904" name="TextBox 590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 of Nations.</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C89B3C"/>
              </a:buClr>
              <a:buSzPts val="2100"/>
              <a:buFont typeface="Georgia"/>
              <a:buNone/>
            </a:pPr>
            <a:r>
              <a:rPr b="0" i="1" lang="en-US" sz="2100" u="none" cap="none" strike="noStrike">
                <a:solidFill>
                  <a:srgbClr val="C89B3C"/>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400"/>
              <a:buFont typeface="Trebuchet MS"/>
              <a:buNone/>
            </a:pPr>
            <a:r>
              <a:rPr b="1" i="0" lang="en-US" sz="1400" u="none" cap="none" strike="noStrike">
                <a:solidFill>
                  <a:srgbClr val="C89B3C"/>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