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56.xml" ContentType="application/vnd.openxmlformats-officedocument.presentationml.slideMaster+xml"/>
  <Override PartName="/ppt/slideMasters/slideMaster57.xml" ContentType="application/vnd.openxmlformats-officedocument.presentationml.slideMaster+xml"/>
  <Override PartName="/ppt/slideMasters/slideMaster58.xml" ContentType="application/vnd.openxmlformats-officedocument.presentationml.slideMaster+xml"/>
  <Override PartName="/ppt/slideMasters/slideMaster59.xml" ContentType="application/vnd.openxmlformats-officedocument.presentationml.slideMaster+xml"/>
  <Override PartName="/ppt/slideMasters/slideMaster60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Masters/slideMaster64.xml" ContentType="application/vnd.openxmlformats-officedocument.presentationml.slideMaster+xml"/>
  <Override PartName="/ppt/slideMasters/slideMaster65.xml" ContentType="application/vnd.openxmlformats-officedocument.presentationml.slideMaster+xml"/>
  <Override PartName="/ppt/slideMasters/slideMaster66.xml" ContentType="application/vnd.openxmlformats-officedocument.presentationml.slideMaster+xml"/>
  <Override PartName="/ppt/slideMasters/slideMaster67.xml" ContentType="application/vnd.openxmlformats-officedocument.presentationml.slideMaster+xml"/>
  <Override PartName="/ppt/slideMasters/slideMaster68.xml" ContentType="application/vnd.openxmlformats-officedocument.presentationml.slideMaster+xml"/>
  <Override PartName="/ppt/slideMasters/slideMaster69.xml" ContentType="application/vnd.openxmlformats-officedocument.presentationml.slideMaster+xml"/>
  <Override PartName="/ppt/slideMasters/slideMaster70.xml" ContentType="application/vnd.openxmlformats-officedocument.presentationml.slideMaster+xml"/>
  <Override PartName="/ppt/slideMasters/slideMaster71.xml" ContentType="application/vnd.openxmlformats-officedocument.presentationml.slideMaster+xml"/>
  <Override PartName="/ppt/slideMasters/slideMaster72.xml" ContentType="application/vnd.openxmlformats-officedocument.presentationml.slideMaster+xml"/>
  <Override PartName="/ppt/slideMasters/slideMaster73.xml" ContentType="application/vnd.openxmlformats-officedocument.presentationml.slideMaster+xml"/>
  <Override PartName="/ppt/slideMasters/slideMaster74.xml" ContentType="application/vnd.openxmlformats-officedocument.presentationml.slideMaster+xml"/>
  <Override PartName="/ppt/slideMasters/slideMaster75.xml" ContentType="application/vnd.openxmlformats-officedocument.presentationml.slideMaster+xml"/>
  <Override PartName="/ppt/slideMasters/slideMaster76.xml" ContentType="application/vnd.openxmlformats-officedocument.presentationml.slideMaster+xml"/>
  <Override PartName="/ppt/slideMasters/slideMaster77.xml" ContentType="application/vnd.openxmlformats-officedocument.presentationml.slideMaster+xml"/>
  <Override PartName="/ppt/slideMasters/slideMaster78.xml" ContentType="application/vnd.openxmlformats-officedocument.presentationml.slideMaster+xml"/>
  <Override PartName="/ppt/slideMasters/slideMaster79.xml" ContentType="application/vnd.openxmlformats-officedocument.presentationml.slideMaster+xml"/>
  <Override PartName="/ppt/slideMasters/slideMaster80.xml" ContentType="application/vnd.openxmlformats-officedocument.presentationml.slideMaster+xml"/>
  <Override PartName="/ppt/slideMasters/slideMaster81.xml" ContentType="application/vnd.openxmlformats-officedocument.presentationml.slideMaster+xml"/>
  <Override PartName="/ppt/slideMasters/slideMaster82.xml" ContentType="application/vnd.openxmlformats-officedocument.presentationml.slideMaster+xml"/>
  <Override PartName="/ppt/slideMasters/slideMaster83.xml" ContentType="application/vnd.openxmlformats-officedocument.presentationml.slideMaster+xml"/>
  <Override PartName="/ppt/slideMasters/slideMaster84.xml" ContentType="application/vnd.openxmlformats-officedocument.presentationml.slideMaster+xml"/>
  <Override PartName="/ppt/slideMasters/slideMaster85.xml" ContentType="application/vnd.openxmlformats-officedocument.presentationml.slideMaster+xml"/>
  <Override PartName="/ppt/slideMasters/slideMaster86.xml" ContentType="application/vnd.openxmlformats-officedocument.presentationml.slideMaster+xml"/>
  <Override PartName="/ppt/slideMasters/slideMaster87.xml" ContentType="application/vnd.openxmlformats-officedocument.presentationml.slideMaster+xml"/>
  <Override PartName="/ppt/slideMasters/slideMaster88.xml" ContentType="application/vnd.openxmlformats-officedocument.presentationml.slideMaster+xml"/>
  <Override PartName="/ppt/slideMasters/slideMaster89.xml" ContentType="application/vnd.openxmlformats-officedocument.presentationml.slideMaster+xml"/>
  <Override PartName="/ppt/slideMasters/slideMaster90.xml" ContentType="application/vnd.openxmlformats-officedocument.presentationml.slideMaster+xml"/>
  <Override PartName="/ppt/slideMasters/slideMaster91.xml" ContentType="application/vnd.openxmlformats-officedocument.presentationml.slideMaster+xml"/>
  <Override PartName="/ppt/slideMasters/slideMaster92.xml" ContentType="application/vnd.openxmlformats-officedocument.presentationml.slideMaster+xml"/>
  <Override PartName="/ppt/slideMasters/slideMaster93.xml" ContentType="application/vnd.openxmlformats-officedocument.presentationml.slideMaster+xml"/>
  <Override PartName="/ppt/slideMasters/slideMaster94.xml" ContentType="application/vnd.openxmlformats-officedocument.presentationml.slideMaster+xml"/>
  <Override PartName="/ppt/slideMasters/slideMaster95.xml" ContentType="application/vnd.openxmlformats-officedocument.presentationml.slideMaster+xml"/>
  <Override PartName="/ppt/slideMasters/slideMaster96.xml" ContentType="application/vnd.openxmlformats-officedocument.presentationml.slideMaster+xml"/>
  <Override PartName="/ppt/slideMasters/slideMaster97.xml" ContentType="application/vnd.openxmlformats-officedocument.presentationml.slideMaster+xml"/>
  <Override PartName="/ppt/slideMasters/slideMaster98.xml" ContentType="application/vnd.openxmlformats-officedocument.presentationml.slideMaster+xml"/>
  <Override PartName="/ppt/slideMasters/slideMaster99.xml" ContentType="application/vnd.openxmlformats-officedocument.presentationml.slideMaster+xml"/>
  <Override PartName="/ppt/slideMasters/slideMaster100.xml" ContentType="application/vnd.openxmlformats-officedocument.presentationml.slideMaster+xml"/>
  <Override PartName="/ppt/slideMasters/slideMaster101.xml" ContentType="application/vnd.openxmlformats-officedocument.presentationml.slideMaster+xml"/>
  <Override PartName="/ppt/slideMasters/slideMaster102.xml" ContentType="application/vnd.openxmlformats-officedocument.presentationml.slideMaster+xml"/>
  <Override PartName="/ppt/slideMasters/slideMaster103.xml" ContentType="application/vnd.openxmlformats-officedocument.presentationml.slideMaster+xml"/>
  <Override PartName="/ppt/slideMasters/slideMaster104.xml" ContentType="application/vnd.openxmlformats-officedocument.presentationml.slideMaster+xml"/>
  <Override PartName="/ppt/slideMasters/slideMaster105.xml" ContentType="application/vnd.openxmlformats-officedocument.presentationml.slideMaster+xml"/>
  <Override PartName="/ppt/slideMasters/slideMaster106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16"/>
    <p:sldId id="257" r:id="rId113"/>
    <p:sldId id="258" r:id="rId114"/>
    <p:sldId id="259" r:id="rId115"/>
    <p:sldId id="260" r:id="rId116"/>
    <p:sldId id="261" r:id="rId117"/>
    <p:sldId id="262" r:id="rId118"/>
    <p:sldId id="263" r:id="rId119"/>
    <p:sldId id="264" r:id="rId120"/>
    <p:sldId id="265" r:id="rId121"/>
    <p:sldId id="266" r:id="rId122"/>
    <p:sldId id="267" r:id="rId123"/>
    <p:sldId id="268" r:id="rId124"/>
  </p:sldIdLst>
  <p:notesMasterIdLst>
    <p:notesMasterId r:id="rId10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slide" Target="slides/slide15.xml"/><Relationship Id="rId108" Type="http://schemas.openxmlformats.org/officeDocument/2006/relationships/notesMaster" Target="notesMasters/notesMaster1.xml"/><Relationship Id="rId109" Type="http://schemas.openxmlformats.org/officeDocument/2006/relationships/presProps" Target="presProps.xml"/><Relationship Id="rId110" Type="http://schemas.openxmlformats.org/officeDocument/2006/relationships/viewProps" Target="viewProps.xml"/><Relationship Id="rId111" Type="http://schemas.openxmlformats.org/officeDocument/2006/relationships/theme" Target="theme/theme1.xml"/><Relationship Id="rId112" Type="http://schemas.openxmlformats.org/officeDocument/2006/relationships/tableStyles" Target="tableStyles.xml"/>  <Relationship Id="rId113" Type="http://schemas.openxmlformats.org/officeDocument/2006/relationships/slide" Target="slides/slide107.xml"/>
  <Relationship Id="rId114" Type="http://schemas.openxmlformats.org/officeDocument/2006/relationships/slide" Target="slides/slide108.xml"/>
  <Relationship Id="rId115" Type="http://schemas.openxmlformats.org/officeDocument/2006/relationships/slide" Target="slides/slide109.xml"/>
  <Relationship Id="rId116" Type="http://schemas.openxmlformats.org/officeDocument/2006/relationships/slide" Target="slides/slide110.xml"/>
  <Relationship Id="rId117" Type="http://schemas.openxmlformats.org/officeDocument/2006/relationships/slide" Target="slides/slide111.xml"/>
  <Relationship Id="rId118" Type="http://schemas.openxmlformats.org/officeDocument/2006/relationships/slide" Target="slides/slide112.xml"/>
  <Relationship Id="rId119" Type="http://schemas.openxmlformats.org/officeDocument/2006/relationships/slide" Target="slides/slide113.xml"/>
  <Relationship Id="rId120" Type="http://schemas.openxmlformats.org/officeDocument/2006/relationships/slide" Target="slides/slide114.xml"/>
  <Relationship Id="rId121" Type="http://schemas.openxmlformats.org/officeDocument/2006/relationships/slide" Target="slides/slide115.xml"/>
  <Relationship Id="rId122" Type="http://schemas.openxmlformats.org/officeDocument/2006/relationships/slide" Target="slides/slide116.xml"/>
  <Relationship Id="rId123" Type="http://schemas.openxmlformats.org/officeDocument/2006/relationships/slide" Target="slides/slide117.xml"/>
  <Relationship Id="rId124" Type="http://schemas.openxmlformats.org/officeDocument/2006/relationships/slide" Target="slides/slide118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0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US.83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Society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grayt soh-SY-eh-tee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 Sociedad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Lyndon B. Johnson's 1960s domestic program to end poverty and racial injustice and expand education, health care, and civil rights.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 on Poverty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 on POV-er-tee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Guerra contra la Pobreza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LBJ's set of Great Society programs — including Head Start and Job Corps — created in 1964 to reduce poverty in the United States.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and Medicaid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MED-ih-kair and MED-ih-kaid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y Medicaid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health-insurance programs created in 1965: Medicare for Americans 65 and older, Medicaid for low-income families.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Start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 START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Start (Programa Preescolar)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1965 Great Society program providing early childhood education, health, and nutrition services to low-income children.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Renewal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UR-bin ree-NOO-ul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Renovación Urbana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programs that cleared and rebuilt city neighborhoods; often displaced poor and minority residents despite new housing and highways.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Voting Rights Act of 1965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VOH-ting ryts akt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de Derecho al Voto de 1965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Great Society law that banned literacy tests and other barriers used to deny African Americans the right to vote.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US.84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Counterculture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KOWN-ter-kul-cher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Contracultura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1960s youth movement that rejected mainstream values, embracing new music, dress, and views on peace, freedom, and social change.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Gap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jen-er-AY-shun gap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 Generacional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differences in values, politics, and culture between 1960s youth and their parents' generation.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Hippie Movement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HIP-ee MOOV-ment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Movimiento Hippie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counterculture group of the 1960s that promoted peace, love, communal living, and opposition to the Vietnam War.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Woodstock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WOOD-stok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Woodstock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1969 music festival in New York that drew 400,000 people and became a symbol of the counterculture and antiwar spirit.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Antiwar Movement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AN-tee-wor MOOV-ment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Movimiento contra la Guerra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Widespread 1960s-70s protests, especially on college campuses, against U.S. involvement in the Vietnam War.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Left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 LEFT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Izquierda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1960s political movement of young activists who pushed for civil rights, free speech, and an end to the Vietnam War.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US.85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Majority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SY-lent muh-JOR-ih-tee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Mayoría Silenciosa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Nixon's term for the many Americans who quietly supported his policies but did not join loud public protests.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Détente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day-TAHNT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Distensión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Nixon's policy of easing Cold War tensions with the Soviet Union and China through diplomacy and treaties.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Nixon Visits China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NIK-sun VIZ-its CHY-nuh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de Nixon a China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NV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Nixon's historic 1972 trip that reopened U.S. relations with Communist China after more than 20 years of hostility.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WUN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 (Tratado de Armas)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1972 Strategic Arms Limitation Talks treaty that limited U.S. and Soviet nuclear missiles, a key result of détente.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Sharing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REV-en-yoo SHAIR-ing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Ingresos Federales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Nixon program returning federal tax money to state and local governments to spend on their own priorities.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Protection Agency (EPA)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en-vy-run-MEN-tul pro-TEK-shun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 de Protección Ambiental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federal agency created under Nixon in 1970 to write and enforce laws protecting air, water, and land.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US.86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Watergate Scandal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WAW-ter-gayt SKAN-dul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Escándalo de Watergate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political scandal beginning with a 1972 break-in at Democratic headquarters that exposed abuses of power and forced Nixon to resign in 1974.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v. Nixon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yoo-NY-ted stayts VER-sus NIK-sun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Unidos vs. Nixon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1974 Supreme Court ruling that the president is not above the law and must release the Watergate tapes.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Privilege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eg-ZEK-yoo-tiv PRIV-ul-ij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Privilegio Ejecutivo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president's claimed right to keep some communications secret — rejected by the Court in the Watergate tapes case.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Ford's Pardon of Nixon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fordz PAR-dun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Indulto de Ford a Nixon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Gerald Ford's 1974 decision to pardon Nixon for any crimes, a choice that deepened public distrust of government.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Impeachment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im-PEECH-ment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Político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constitutional process for charging a president with serious wrongdoing; Nixon resigned before the House could impeach him.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Investigative Journalism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in-VES-tih-gay-tiv JUR-nul-izm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Periodismo de Investigación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IJ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In-depth reporting — like the Washington Post's Watergate coverage — that uncovers hidden wrongdoing by those in power.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US.87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Environmentalism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en-vy-run-MEN-tul-izm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Ambientalismo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movement that grew in the 1960s-70s to protect nature and public health from pollution and industrial harm.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Protection Agency (EPA)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en-vy-run-MEN-tul pro-TEK-shun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 de Protección Ambiental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federal agency created in 1970 to set and enforce standards for clean air, water, and land.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Day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URTH day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de la Tierra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held April 22, 1970, a nationwide event that raised public awareness and support for protecting the environment.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 Canal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 kuh-NAL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 Canal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LC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York neighborhood built on buried toxic waste; its 1978 health crisis spurred federal cleanup laws like Superfund.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Mile Island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myl EYE-lund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Mile Island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1979 partial nuclear meltdown in Pennsylvania that heightened fears about nuclear power safety.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Air Act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kleen AIR akt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de Aire Limpio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landmark law (expanded 1970) authorizing the federal government to limit air pollution from industry and vehicles.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US.88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Stagflation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stag-FLAY-shun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Estanflación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unusual 1970s economy combining high inflation, high unemployment, and slow growth at the same time.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Crisis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EN-er-jee KRY-sis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Energética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 fuel shortages and soaring gas prices, worsened by an OPEC oil embargo, that strained the U.S. economy.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 David Accords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 DAY-vid uh-KORDZ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Acuerdos de Camp David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1978 peace agreement between Egypt and Israel brokered by President Carter, a major diplomatic success.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Panama Canal Treaty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PAN-uh-mah kuh-NAL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Tratado del Canal de Panamá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Carter-era treaties (1977) agreeing to hand control of the Panama Canal over to Panama by the year 2000.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 Hostage Crisis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ih-RAN HOS-tij KRY-sis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de los Rehenes en Irán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IH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1979-81 seizure of 52 Americans at the U.S. embassy in Iran for 444 days, which damaged Carter's presidency.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Rights Diplomacy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HYOO-mun ryts dih-PLOH-muh-see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Diplomacia de Derechos Humanos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Carter's foreign policy of pressuring other nations to respect their citizens' basic rights.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US.89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Reaganomics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ray-gun-OM-iks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Reaganomía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Reagan's economic plan of tax cuts, reduced regulation, and lower domestic spending to spur growth (supply-side economics).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Economics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suh-PLY syd ee-kuh-NOM-iks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de la Oferta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theory behind Reaganomics that cutting taxes on businesses and the wealthy encourages investment and benefits the whole economy.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Defense Initiative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struh-TEE-jik dee-FENS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 de Defensa Estratégica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Reagan's proposed 1983 space-based missile-defense system, nicknamed 'Star Wars,' to intercept Soviet nuclear attacks.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Iran-Contra Affair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ih-RAN KON-truh uh-FAIR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Irán-Contra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1980s scandal in which officials secretly sold arms to Iran and used the money to fund rebels in Nicaragua.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 on Drugs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 on DRUGZ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Guerra contra las Drogas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1980s federal efforts to stop drug use and trafficking through tougher laws and enforcement.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AIDS Epidemic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aydz ep-ih-DEM-ik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Epidemia del SIDA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public-health crisis of the 1980s from a deadly new disease; the government's slow response drew wide criticism.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US.90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Persian Gulf War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PER-zhun gulf WOR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Guerra del Golfo Pérsico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1991 U.S.-led coalition war that drove Iraqi forces out of Kuwait after Iraq's 1990 invasion.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Desert Storm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op-er-AY-shun DEZ-ert storm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Tormenta del Desierto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1991 military campaign that quickly liberated Kuwait from Iraqi occupation.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of the Berlin Wall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fawl of ber-LIN WAWL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 del Muro de Berlín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1989 opening of the wall dividing East and West Berlin, a symbol of the Cold War's end.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of the Soviet Union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kuh-LAPS of SOH-vee-et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 de la Unión Soviética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1991 breakup of the USSR into independent nations, ending the Cold War.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Panama Invasion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PAN-uh-mah in-VAY-zhun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Invasión de Panamá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1989 U.S. military action that removed Panamanian dictator Manuel Noriega from power.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Americans with Disabilities Act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uh-MER-ih-kunz with dis-uh-BIL-ih-teez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de Estadounidenses con Discapacidades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1990 law signed by President Bush banning discrimination against people with disabilities.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US.91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NAFTA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NAF-tuh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TLCAN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1994 North American Free Trade Agreement removing most trade barriers among the U.S., Canada, and Mexico.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Welfare-to-Work Reform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WEL-fair to wurk ree-FORM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de Asistencia Social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1996 Clinton-era law that limited welfare benefits and required recipients to find work.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Budget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BAL-unst BUJ-it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Equilibrado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BB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federal budget in which spending does not exceed revenue; achieved in the late 1990s under Clinton.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Clinton Impeachment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KLIN-tun im-PEECH-ment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Político a Clinton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1998 House impeachment of President Clinton for perjury and obstruction; the Senate acquitted him in 1999.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with America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KON-trakt with uh-MER-ih-kuh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con América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CW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1994 Republican campaign plan led by Newt Gingrich promising smaller government and balanced budgets.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Dot-com Boom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dot-KOM boom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de las Puntocom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late-1990s surge in internet-based businesses and stock values, which later crashed in 2000-01.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US.92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11, 2001 Attacks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sep-TEM-ber ee-LEV-en uh-TAKS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Ataques del 11 de Septiembre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al-Qaeda terrorist attacks that destroyed the World Trade Center and struck the Pentagon, killing nearly 3,000 people.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 on Terror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 on TER-er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Guerra contra el Terrorismo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global campaign after 9/11 to defeat terrorist groups and the nations that harbored them.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PATRIOT Act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yoo-es-AY PAY-tree-ut akt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Patriota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2001 law expanding government surveillance powers to prevent terrorism, criticized by some as a threat to civil liberties.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Homeland Security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dee-PART-ment of HOHM-land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Seguridad Nacional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federal department created in 2002 to coordinate protection of the U.S. against terrorism and disasters.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 in Afghanistan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 in af-GAN-ih-stan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Guerra en Afganistán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war begun in 2001 to remove the Taliban and destroy al-Qaeda bases after the 9/11 attacks.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Iraq War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ih-RAK wor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Guerra de Irak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IW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2003 U.S.-led invasion that toppled Saddam Hussein, launched on claims of weapons of mass destruction.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US.93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Sandra Day O'Connor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SAN-druh day oh-KON-er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Sandra Day O'Connor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woman to serve on the U.S. Supreme Court, appointed in 1981.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Colin Powell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KOH-lin POW-ul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Colin Powell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African American U.S. Secretary of State (2001) and Chairman of the Joint Chiefs of Staff.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Condoleezza Rice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kon-duh-LEE-zuh RYS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Condoleezza Rice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African American woman U.S. Secretary of State (2005), a key foreign-policy leader.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Hillary Clinton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HIL-uh-ree KLIN-tun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Hillary Clinton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HC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Senator, Secretary of State, and the first woman to win a major party's presidential nomination (2016).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Nancy Pelosi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NAN-see puh-LOH-see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Nancy Pelosi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woman elected Speaker of the U.S. House of Representatives (2007).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Ceiling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 SEE-ling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Techo de Cristal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invisible barrier that has kept women and minorities from reaching the highest positions in business and government.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US.94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Revolution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IN-ter-net rev-uh-LOO-shun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Revolución de Internet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rapid late-20th-century spread of the internet, transforming how people communicate, work, and access information.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Wide Web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wurld wyd WEB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Informática Mundial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linked web pages, opened to the public in the 1990s, that made the internet easy to use.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Computer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PER-sun-ul kum-PYOO-ter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 Personal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affordable home computer that became common in the 1980s-90s, changing work, school, and daily life.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SOH-shul MEE-dee-uh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platforms of the 2000s that let people share content and connect instantly around the world.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SMART-fohn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Teléfono Inteligente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mobile phone with internet and computer features, widespread after 2007, that put communication in every pocket.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Divide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DIJ-ih-tul dih-VYD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 Digital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those who have reliable access to computers and the internet and those who do not.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US.95 · KEY VOCABULARY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Wall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 Care Act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uh-FOR-duh-bul KAIR akt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03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de Cuidado de Salud Asequible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Obama's 2010 health-care law ('Obamacare') expanding insurance coverage to millions of Americans.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45920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0078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Recession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grayt ree-SESH-un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 Recesión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2512" y="23957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91072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0296" y="2395728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severe 2007-09 economic downturn — the worst since the Great Depression — marked by a housing and banking crisis.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Recovery and Reinvestment Act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uh-MER-ih-kun ree-KUV-er-ee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703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de Recuperación y Reinversión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2009 stimulus law that used federal spending and tax cuts to fight the Great Recession.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072384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072384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127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African American President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3438144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furst AF-rih-kun uh-MER-ih-kun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418320" y="3072384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Presidente Afroamericano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2512" y="3822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3822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822192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Barack Obama, elected in 2008, whose presidency was a historic milestone in U.S. history.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 of Osama bin Laden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85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deth of oh-SAH-muh bin LAH-den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703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Muerte de Osama bin Laden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225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2011 U.S. special-forces raid that killed the al-Qaeda leader behind the 9/11 attacks.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498848"/>
            <a:ext cx="54864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D3C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63640" y="4498848"/>
            <a:ext cx="5486400" cy="676656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455371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Partisan Gridlock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400800" y="4864608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C7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say:  </a:t>
            </a:r>
            <a:pPr indent="0" marL="0">
              <a:buNone/>
            </a:pPr>
            <a:r>
              <a:rPr lang="en-US" sz="950" i="1" dirty="0">
                <a:solidFill>
                  <a:srgbClr val="C7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PAR-tih-zun GRID-lok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18320" y="4498848"/>
            <a:ext cx="2194560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Estancamiento Partidista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82512" y="52486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3EAD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52486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8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5248656"/>
            <a:ext cx="46817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division between Democrats and Republicans that blocked lawmaking during much of Obama's presidency.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"say:" pronunciation guide (stressed syllable in CAPS) and a per-term visual anchor support newcomer English learners. Spanish term + full bilingual Frayer models are in the unit vocabulary set.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U.S. History Hack  ·  TroopToTeacher Technologies LLC  ·  Aligned to TN Academic Standards &amp; TCAP EOC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106</Slides>
  <Notes>106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106</vt:i4>
      </vt:variant>
    </vt:vector>
  </HeadingPairs>
  <TitlesOfParts>
    <vt:vector size="10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</vt:vector>
  </TitlesOfParts>
  <Company>U.S. History Hack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Unit 5 — The Great Depression &amp; the New Deal (US.39–US.44)</dc:subject>
  <dc:creator>TroopToTeacher Technologies LLC</dc:creator>
  <cp:lastModifiedBy>TroopToTeacher Technologies LLC</cp:lastModifiedBy>
  <cp:revision>1</cp:revision>
  <dcterms:created xsi:type="dcterms:W3CDTF">2026-07-02T15:53:00Z</dcterms:created>
  <dcterms:modified xsi:type="dcterms:W3CDTF">2026-07-02T15:53:00Z</dcterms:modified>
</cp:coreProperties>
</file>