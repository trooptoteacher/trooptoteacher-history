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US.83 — Johnson's Great Society Programs.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US.84 — Social Activism and Counterculture.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US.85 — Nixon Administration Achievements.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US.86 — Watergate Scandal.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US.87 — Emergence of Environmentalism.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US.88 — Carter Administration Events.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US.89 — Reagan Administration Significance.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US.90 — George H.W. Bush Administration.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US.91 — Clinton Administration Events.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US.92 — September 11th Impact.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US.93 — Increasing Role of Women and Minorities.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US.94 — Communication Methods Evolution.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Wall for US.95 — Obama Administration Achievements and Setbacks. Terms drawn from this standard's Direct Instruction slides and key figures. NEW-tagged terms are additions beyond what the deck previously had.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US.83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Johnson's Great Society Programs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Society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GRAYT soh-SY-eh-tee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Sociedad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Lyndon B. Johnson's 1960s domestic program to end poverty and racial injustice and expand education, health care, and civil rights.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on Poverty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018520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contra la Pobreza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LBJ's set of Great Society programs — including Head Start and Job Corps — created in 1964 to reduce poverty in the United States.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Medicare and Medicaid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y Medicaid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health-insurance programs created in 1965: Medicare for Americans 65 and older, Medicaid for low-income families.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Start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018520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Start (Programa Preescolar)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1965 Great Society program providing early childhood education, health, and nutrition services to low-income children.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Renewal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Urbana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programs that cleared and rebuilt city neighborhoods; often displaced poor and minority residents despite new housing and highways.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Voting Rights Act of 1965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Derecho al Voto de 1965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Society law that banned literacy tests and other barriers used to deny African Americans the right to vote.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US.84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Activism and Counterculture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Counterculture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KOWN-ter-kul-cher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148072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Contracultura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1960s youth movement that rejected mainstream values, embracing new music, dress, and views on peace, freedom, and social change.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Gap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18520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Generacional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differences in values, politics, and culture between 1960s youth and their parents' generation.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Hippie Movement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HIP-ee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Hippie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counterculture group of the 1960s that promoted peace, love, communal living, and opposition to the Vietnam War.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Woodstock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WOOD-stok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018520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Woodstock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1969 music festival in New York that drew 400,000 people and became a symbol of the counterculture and antiwar spirit.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Antiwar Movement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contra la Guerra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1960s-70s protests, especially on college campuses, against U.S. involvement in the Vietnam War.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Left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Izquierda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1960s political movement of young activists who pushed for civil rights, free speech, and an end to the Vietnam War.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US.85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Nixon Administration Achievements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Majority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SY-lent muh-JOR-ih-tee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Silenciosa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Nixon's term for the many Americans who quietly supported his policies but did not join loud public protests.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Détente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day-TAHNT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018520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Distensión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Nixon's policy of easing Cold War tensions with the Soviet Union and China through diplomacy and treaties.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Nixon Visits China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de Nixon a China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Nixon's historic 1972 trip that reopened U.S. relations with Communist China after more than 20 years of hostility.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 I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018520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 (Tratado de Armas)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1972 Strategic Arms Limitation Talks treaty that limited U.S. and Soviet nuclear missiles, a key result of détente.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Sharing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Ingresos Federales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Nixon program returning federal tax money to state and local governments to spend on their own priorities.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Protection Agency (EPA)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de Protección Ambiental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federal agency created under Nixon in 1970 to write and enforce laws protecting air, water, and land.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US.86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Watergate Scandal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Watergate Scandal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WAW-ter-gayt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Escándalo de Watergate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political scandal beginning with a 1972 break-in at Democratic headquarters that exposed abuses of power and forced Nixon to resign in 1974.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 v. Nixon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 vs. Nixon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1974 Supreme Court ruling that the president is not above the law and must release the Watergate tapes.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Privilege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Privilegio Ejecutivo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president's claimed right to keep some communications secret — rejected by the Court in the Watergate tapes case.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Ford's Pardon of Nixon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Indulto de Ford a Nixon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Gerald Ford's 1974 decision to pardon Nixon for any crimes, a choice that deepened public distrust of government.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Impeachment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im-PEECH-ment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Juicio Político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constitutional process for charging a president with serious wrongdoing; Nixon resigned before the House could impeach him.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Investigative Journalism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Periodismo de Investigación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reporting — like the Washington Post's Watergate coverage — that uncovers hidden wrongdoing by those in power.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US.87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Emergence of Environmentalism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Environmentalism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en-VY-run-men-tuh-lizm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148072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Ambientalismo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movement that grew in the 1960s-70s to protect nature and public health from pollution and industrial harm.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Protection Agency (EPA)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de Protección Ambiental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agency created in 1970 to set and enforce standards for clean air, water, and land.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Earth Day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 la Tierra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held April 22, 1970, a nationwide event that raised public awareness and support for protecting the environment.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 Canal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 Canal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York neighborhood built on buried toxic waste; its 1978 health crisis spurred federal cleanup laws like Superfund.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Mile Island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Mile Island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1979 partial nuclear meltdown in Pennsylvania that heightened fears about nuclear power safety.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Air Act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Aire Limpio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landmark law (expanded 1970) authorizing the federal government to limit air pollution from industry and vehicles.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US.88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Carter Administration Events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Stagflation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stag-FLAY-shun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148072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Estanflación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unusual 1970s economy combining high inflation, high unemployment, and slow growth at the same time.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Crisis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18520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Energética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 fuel shortages and soaring gas prices, worsened by an OPEC oil embargo, that strained the U.S. economy.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 David Accords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de Camp David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1978 peace agreement between Egypt and Israel brokered by President Carter, a major diplomatic success.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Panama Canal Treaty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018520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 del Canal de Panamá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Carter-era treaties (1977) agreeing to hand control of the Panama Canal over to Panama by the year 2000.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Iran Hostage Crisis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 los Rehenes en Irán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1979-81 seizure of 52 Americans at the U.S. embassy in Iran for 444 days, which damaged Carter's presidency.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Rights Diplomacy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Diplomacia de Derechos Humanos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Carter's foreign policy of pressuring other nations to respect their citizens' basic rights.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US.89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Reagan Administration Significance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Reaganomics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ray-gun-OM-iks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Reaganomía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Reagan's economic plan of tax cuts, reduced regulation, and lower domestic spending to spur growth (supply-side economics).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Supply-Side Economics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018520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 la Oferta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behind Reaganomics that cutting taxes on businesses and the wealthy encourages investment and benefits the whole economy.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Defense Initiative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de Defensa Estratégica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Reagan's proposed 1983 space-based missile-defense system, nicknamed 'Star Wars,' to intercept Soviet nuclear attacks.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Iran-Contra Affair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Irán-Contra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1980s scandal in which officials secretly sold arms to Iran and used the money to fund rebels in Nicaragua.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on Drugs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contra las Drogas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1980s federal efforts to stop drug use and trafficking through tougher laws and enforcement.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AIDS Epidemic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AYDZ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Epidemia del SIDA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public-health crisis of the 1980s from a deadly new disease; the government's slow response drew wide criticism.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US.90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George H.W. Bush Administration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Persian Gulf War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148072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del Golfo Pérsico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1991 U.S.-led coalition war that drove Iraqi forces out of Kuwait after Iraq's 1990 invasion.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Desert Storm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18520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Tormenta del Desierto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1991 military campaign that quickly liberated Kuwait from Iraqi occupation.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of the Berlin Wall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del Muro de Berlín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1989 opening of the wall dividing East and West Berlin, a symbol of the Cold War's end.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Collapse of the Soviet Union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018520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de la Unión Soviética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1991 breakup of the USSR into independent nations, ending the Cold War.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Panama Invasion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de Panamá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1989 U.S. military action that removed Panamanian dictator Manuel Noriega from power.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Americans with Disabilities Act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Estadounidenses con Discapacidades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1990 law signed by President Bush banning discrimination against people with disabilities.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US.91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Clinton Administration Events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NAFTA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NAF-tuh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TLCAN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1994 North American Free Trade Agreement removing most trade barriers among the U.S., Canada, and Mexico.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Welfare-to-Work Reform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018520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de Asistencia Social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1996 Clinton-era law that limited welfare benefits and required recipients to find work.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Budget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Equilibrado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federal budget in which spending does not exceed revenue; achieved in the late 1990s under Clinton.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Clinton Impeachment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Juicio Político a Clinton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1998 House impeachment of President Clinton for perjury and obstruction; the Senate acquitted him in 1999.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with America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con América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1994 Republican campaign plan led by Newt Gingrich promising smaller government and balanced budgets.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Dot-com Boom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Auge de las Puntocom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late-1990s surge in internet-based businesses and stock values, which later crashed in 2000-01.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US.92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11th 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11, 2001 Attacks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del 11 de Septiembre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al-Qaeda terrorist attacks that destroyed the World Trade Center and struck the Pentagon, killing nearly 3,000 people.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on Terror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contra el Terrorismo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global campaign after 9/11 to defeat terrorist groups and the nations that harbored them.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PATRIOT Act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Patriota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2001 law expanding government surveillance powers to prevent terrorism, criticized by some as a threat to civil liberties.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Homeland Security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018520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Seguridad Nacional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federal department created in 2002 to coordinate protection of the U.S. against terrorism and disasters.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in Afghanistan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en Afganistán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war begun in 2001 to remove the Taliban and destroy al-Qaeda bases after the 9/11 attacks.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Iraq War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de Irak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2003 U.S.-led invasion that toppled Saddam Hussein, launched on claims of weapons of mass destruction.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US.93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Increasing Role of Women and Minorities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Sandra Day O'Connor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Day O'Connor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woman to serve on the U.S. Supreme Court, appointed in 1981.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Colin Powell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KOH-lin POW-ul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Colin Powell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African American U.S. Secretary of State (2001) and Chairman of the Joint Chiefs of Staff.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Condoleezza Rice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kon-duh-LEE-zuh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Condoleezza Rice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African American woman U.S. Secretary of State (2005), a key foreign-policy leader.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Hillary Clinton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018520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Hillary Clinton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Senator, Secretary of State, and the first woman to win a major party's presidential nomination (2016).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Nancy Pelosi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puh-LOH-see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Nancy Pelosi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woman elected Speaker of the U.S. House of Representatives (2007).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Glass Ceiling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de Cristal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invisible barrier that has kept women and minorities from reaching the highest positions in business and government.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US.94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Methods Evolution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Revolution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Revolución de Internet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rapid late-20th-century spread of the internet, transforming how people communicate, work, and access information.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Wide Web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018520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Informática Mundial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linked web pages, opened to the public in the 1990s, that made the internet easy to use.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Computer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Personal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affordable home computer that became common in the 1980s-90s, changing work, school, and daily life.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018520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 of the 2000s that let people share content and connect instantly around the world.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Smartphone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Inteligente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phone with internet and computer features, widespread after 2007, that put communication in every pocket.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Divide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Digital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those who have reliable access to computers and the internet and those who do not.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C89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US.95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0" y="347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64208" y="786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Obama Administration Achievements and Setbacks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92640" y="38404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Wall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Affordable Care Act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148072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Cuidado de Salud Asequible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Obama's 2010 health-care law ('Obamacare') expanding insurance coverage to millions of Americans.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27648" y="1371600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28816" y="1481328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Recession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18520" y="1499616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28816" y="18013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Recesión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28816" y="2048256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severe 2007-09 economic downturn — the worst since the Great Depression — marked by a housing and banking crisis.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Recovery and Reinvestment Act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48072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Recuperación y Reinversión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2009 stimulus law that used federal spending and tax cuts to fight the Great Recession.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27648" y="3081528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8816" y="3191256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African American President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018520" y="3209544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28816" y="351129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Presidente Afroamericano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28816" y="3758184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Barack Obama, elected in 2008, whose presidency was a historic milestone in U.S. history.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Death of Osama bin Laden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48072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Muerte de Osama bin Laden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2011 U.S. special-forces raid that killed the al-Qaeda leader behind the 9/11 attacks.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27648" y="4791456"/>
            <a:ext cx="5404104" cy="1591056"/>
          </a:xfrm>
          <a:prstGeom prst="roundRect">
            <a:avLst>
              <a:gd name="adj" fmla="val 3448"/>
            </a:avLst>
          </a:prstGeom>
          <a:solidFill>
            <a:srgbClr val="F7F5EF"/>
          </a:solidFill>
          <a:ln w="12700">
            <a:solidFill>
              <a:srgbClr val="E4DFD2"/>
            </a:solidFill>
            <a:prstDash val="solid"/>
          </a:ln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28816" y="4901184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Partisan Gridlock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018520" y="4919472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2E7D4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28816" y="522122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Estancamiento Partidista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28816" y="5468112"/>
            <a:ext cx="5001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division between Democrats and Republicans that blocked lawmaking during much of Obama's presidency.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History Hack · TroopToTeacher Technologies LLC · Aligned to TN Academic Standards · Unit 10 Word Wall enrichment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10 Word Wall — Enrichment</dc:title>
  <dc:subject>PptxGenJS Presentation</dc:subject>
  <dc:creator>TroopToTeacher Technologies LLC</dc:creator>
  <cp:lastModifiedBy>TroopToTeacher Technologies LLC</cp:lastModifiedBy>
  <cp:revision>1</cp:revision>
  <dcterms:created xsi:type="dcterms:W3CDTF">2026-07-28T13:56:59Z</dcterms:created>
  <dcterms:modified xsi:type="dcterms:W3CDTF">2026-07-28T13:56:59Z</dcterms:modified>
</cp:coreProperties>
</file>